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CAF44E-AB18-46A1-9FE1-33DB3BA4C2B9}" v="1" dt="2026-09-07T17:10:11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huzaifa" userId="e6fc31379a2745c5" providerId="LiveId" clId="{30EE95BF-AD61-4358-A4B2-60CA4D38201D}"/>
    <pc:docChg chg="undo custSel modSld">
      <pc:chgData name="mohammed huzaifa" userId="e6fc31379a2745c5" providerId="LiveId" clId="{30EE95BF-AD61-4358-A4B2-60CA4D38201D}" dt="2026-09-07T17:12:41.952" v="193" actId="26606"/>
      <pc:docMkLst>
        <pc:docMk/>
      </pc:docMkLst>
      <pc:sldChg chg="modSp mod">
        <pc:chgData name="mohammed huzaifa" userId="e6fc31379a2745c5" providerId="LiveId" clId="{30EE95BF-AD61-4358-A4B2-60CA4D38201D}" dt="2026-09-07T17:11:04.277" v="189" actId="20577"/>
        <pc:sldMkLst>
          <pc:docMk/>
          <pc:sldMk cId="0" sldId="256"/>
        </pc:sldMkLst>
        <pc:spChg chg="mod">
          <ac:chgData name="mohammed huzaifa" userId="e6fc31379a2745c5" providerId="LiveId" clId="{30EE95BF-AD61-4358-A4B2-60CA4D38201D}" dt="2026-09-07T17:11:04.277" v="189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mohammed huzaifa" userId="e6fc31379a2745c5" providerId="LiveId" clId="{30EE95BF-AD61-4358-A4B2-60CA4D38201D}" dt="2026-09-07T17:10:55.196" v="180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ohammed huzaifa" userId="e6fc31379a2745c5" providerId="LiveId" clId="{30EE95BF-AD61-4358-A4B2-60CA4D38201D}" dt="2026-09-07T17:10:35.664" v="178" actId="2710"/>
          <ac:spMkLst>
            <pc:docMk/>
            <pc:sldMk cId="0" sldId="256"/>
            <ac:spMk id="14" creationId="{00000000-0000-0000-0000-000000000000}"/>
          </ac:spMkLst>
        </pc:spChg>
      </pc:sldChg>
      <pc:sldChg chg="addSp delSp modSp mod">
        <pc:chgData name="mohammed huzaifa" userId="e6fc31379a2745c5" providerId="LiveId" clId="{30EE95BF-AD61-4358-A4B2-60CA4D38201D}" dt="2026-09-07T17:12:28.689" v="192" actId="1076"/>
        <pc:sldMkLst>
          <pc:docMk/>
          <pc:sldMk cId="0" sldId="257"/>
        </pc:sldMkLst>
        <pc:spChg chg="mod">
          <ac:chgData name="mohammed huzaifa" userId="e6fc31379a2745c5" providerId="LiveId" clId="{30EE95BF-AD61-4358-A4B2-60CA4D38201D}" dt="2026-09-07T17:12:28.689" v="19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mohammed huzaifa" userId="e6fc31379a2745c5" providerId="LiveId" clId="{30EE95BF-AD61-4358-A4B2-60CA4D38201D}" dt="2026-09-07T17:12:28.689" v="192" actId="1076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mohammed huzaifa" userId="e6fc31379a2745c5" providerId="LiveId" clId="{30EE95BF-AD61-4358-A4B2-60CA4D38201D}" dt="2026-09-07T17:12:13.535" v="190" actId="26606"/>
          <ac:spMkLst>
            <pc:docMk/>
            <pc:sldMk cId="0" sldId="257"/>
            <ac:spMk id="8" creationId="{00000000-0000-0000-0000-000000000000}"/>
          </ac:spMkLst>
        </pc:spChg>
        <pc:graphicFrameChg chg="add mod">
          <ac:chgData name="mohammed huzaifa" userId="e6fc31379a2745c5" providerId="LiveId" clId="{30EE95BF-AD61-4358-A4B2-60CA4D38201D}" dt="2026-09-07T17:12:20.433" v="191" actId="1076"/>
          <ac:graphicFrameMkLst>
            <pc:docMk/>
            <pc:sldMk cId="0" sldId="257"/>
            <ac:graphicFrameMk id="11" creationId="{B08D79B3-D4DE-B8E9-B5DC-4AF007D83F40}"/>
          </ac:graphicFrameMkLst>
        </pc:graphicFrameChg>
      </pc:sldChg>
      <pc:sldChg chg="addSp delSp mod">
        <pc:chgData name="mohammed huzaifa" userId="e6fc31379a2745c5" providerId="LiveId" clId="{30EE95BF-AD61-4358-A4B2-60CA4D38201D}" dt="2026-09-07T17:12:41.952" v="193" actId="26606"/>
        <pc:sldMkLst>
          <pc:docMk/>
          <pc:sldMk cId="0" sldId="258"/>
        </pc:sldMkLst>
        <pc:spChg chg="del">
          <ac:chgData name="mohammed huzaifa" userId="e6fc31379a2745c5" providerId="LiveId" clId="{30EE95BF-AD61-4358-A4B2-60CA4D38201D}" dt="2026-09-07T17:12:41.952" v="193" actId="26606"/>
          <ac:spMkLst>
            <pc:docMk/>
            <pc:sldMk cId="0" sldId="258"/>
            <ac:spMk id="13" creationId="{00000000-0000-0000-0000-000000000000}"/>
          </ac:spMkLst>
        </pc:spChg>
        <pc:graphicFrameChg chg="add">
          <ac:chgData name="mohammed huzaifa" userId="e6fc31379a2745c5" providerId="LiveId" clId="{30EE95BF-AD61-4358-A4B2-60CA4D38201D}" dt="2026-09-07T17:12:41.952" v="193" actId="26606"/>
          <ac:graphicFrameMkLst>
            <pc:docMk/>
            <pc:sldMk cId="0" sldId="258"/>
            <ac:graphicFrameMk id="16" creationId="{0CCAEBA6-C385-ABDE-EE9F-582DE81D1DEF}"/>
          </ac:graphicFrameMkLst>
        </pc:graphicFrameChg>
      </pc:sldChg>
      <pc:sldChg chg="modSp mod">
        <pc:chgData name="mohammed huzaifa" userId="e6fc31379a2745c5" providerId="LiveId" clId="{30EE95BF-AD61-4358-A4B2-60CA4D38201D}" dt="2026-09-07T17:05:06.389" v="2" actId="14734"/>
        <pc:sldMkLst>
          <pc:docMk/>
          <pc:sldMk cId="0" sldId="259"/>
        </pc:sldMkLst>
        <pc:graphicFrameChg chg="modGraphic">
          <ac:chgData name="mohammed huzaifa" userId="e6fc31379a2745c5" providerId="LiveId" clId="{30EE95BF-AD61-4358-A4B2-60CA4D38201D}" dt="2026-09-07T17:05:06.389" v="2" actId="14734"/>
          <ac:graphicFrameMkLst>
            <pc:docMk/>
            <pc:sldMk cId="0" sldId="259"/>
            <ac:graphicFrameMk id="8" creationId="{00000000-0000-0000-0000-000000000000}"/>
          </ac:graphicFrameMkLst>
        </pc:graphicFrameChg>
      </pc:sldChg>
      <pc:sldChg chg="modSp mod">
        <pc:chgData name="mohammed huzaifa" userId="e6fc31379a2745c5" providerId="LiveId" clId="{30EE95BF-AD61-4358-A4B2-60CA4D38201D}" dt="2026-09-07T17:05:54.642" v="8" actId="20577"/>
        <pc:sldMkLst>
          <pc:docMk/>
          <pc:sldMk cId="0" sldId="262"/>
        </pc:sldMkLst>
        <pc:graphicFrameChg chg="modGraphic">
          <ac:chgData name="mohammed huzaifa" userId="e6fc31379a2745c5" providerId="LiveId" clId="{30EE95BF-AD61-4358-A4B2-60CA4D38201D}" dt="2026-09-07T17:05:54.642" v="8" actId="20577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mohammed huzaifa" userId="e6fc31379a2745c5" providerId="LiveId" clId="{30EE95BF-AD61-4358-A4B2-60CA4D38201D}" dt="2026-09-07T17:07:00.075" v="23" actId="122"/>
        <pc:sldMkLst>
          <pc:docMk/>
          <pc:sldMk cId="0" sldId="264"/>
        </pc:sldMkLst>
        <pc:graphicFrameChg chg="modGraphic">
          <ac:chgData name="mohammed huzaifa" userId="e6fc31379a2745c5" providerId="LiveId" clId="{30EE95BF-AD61-4358-A4B2-60CA4D38201D}" dt="2026-09-07T17:07:00.075" v="23" actId="122"/>
          <ac:graphicFrameMkLst>
            <pc:docMk/>
            <pc:sldMk cId="0" sldId="264"/>
            <ac:graphicFrameMk id="6" creationId="{00000000-0000-0000-0000-000000000000}"/>
          </ac:graphicFrameMkLst>
        </pc:graphicFrameChg>
      </pc:sldChg>
      <pc:sldChg chg="delSp modSp mod">
        <pc:chgData name="mohammed huzaifa" userId="e6fc31379a2745c5" providerId="LiveId" clId="{30EE95BF-AD61-4358-A4B2-60CA4D38201D}" dt="2026-09-07T17:07:40.603" v="32" actId="1076"/>
        <pc:sldMkLst>
          <pc:docMk/>
          <pc:sldMk cId="0" sldId="265"/>
        </pc:sldMkLst>
        <pc:spChg chg="mod">
          <ac:chgData name="mohammed huzaifa" userId="e6fc31379a2745c5" providerId="LiveId" clId="{30EE95BF-AD61-4358-A4B2-60CA4D38201D}" dt="2026-09-07T17:07:36.785" v="3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ohammed huzaifa" userId="e6fc31379a2745c5" providerId="LiveId" clId="{30EE95BF-AD61-4358-A4B2-60CA4D38201D}" dt="2026-09-07T17:07:33.490" v="30" actId="1076"/>
          <ac:spMkLst>
            <pc:docMk/>
            <pc:sldMk cId="0" sldId="265"/>
            <ac:spMk id="8" creationId="{00000000-0000-0000-0000-000000000000}"/>
          </ac:spMkLst>
        </pc:spChg>
        <pc:spChg chg="del">
          <ac:chgData name="mohammed huzaifa" userId="e6fc31379a2745c5" providerId="LiveId" clId="{30EE95BF-AD61-4358-A4B2-60CA4D38201D}" dt="2026-09-07T17:07:18.953" v="25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mohammed huzaifa" userId="e6fc31379a2745c5" providerId="LiveId" clId="{30EE95BF-AD61-4358-A4B2-60CA4D38201D}" dt="2026-09-07T17:07:18.968" v="27"/>
          <ac:spMkLst>
            <pc:docMk/>
            <pc:sldMk cId="0" sldId="265"/>
            <ac:spMk id="10" creationId="{00000000-0000-0000-0000-000000000000}"/>
          </ac:spMkLst>
        </pc:spChg>
        <pc:graphicFrameChg chg="mod">
          <ac:chgData name="mohammed huzaifa" userId="e6fc31379a2745c5" providerId="LiveId" clId="{30EE95BF-AD61-4358-A4B2-60CA4D38201D}" dt="2026-09-07T17:07:40.603" v="32" actId="1076"/>
          <ac:graphicFrameMkLst>
            <pc:docMk/>
            <pc:sldMk cId="0" sldId="265"/>
            <ac:graphicFrameMk id="6" creationId="{00000000-0000-0000-0000-00000000000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E25EFB-304F-4B0B-BC99-F76956091114}" type="doc">
      <dgm:prSet loTypeId="urn:microsoft.com/office/officeart/2018/2/layout/IconVerticalSolidList" loCatId="icon" qsTypeId="urn:microsoft.com/office/officeart/2005/8/quickstyle/simple1#15" qsCatId="simple" csTypeId="urn:microsoft.com/office/officeart/2005/8/colors/accent1_2#15" csCatId="accent1" phldr="1"/>
      <dgm:spPr/>
      <dgm:t>
        <a:bodyPr/>
        <a:lstStyle/>
        <a:p>
          <a:endParaRPr lang="en-US"/>
        </a:p>
      </dgm:t>
    </dgm:pt>
    <dgm:pt modelId="{8437E1B1-F1F6-4DFE-80E2-1D01F3444B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🌾  PURPOSE  —  Enable field workers to capture, report, and receive AI-driven crop-disease recommendations even without internet connectivity.</a:t>
          </a:r>
        </a:p>
      </dgm:t>
    </dgm:pt>
    <dgm:pt modelId="{625B977A-32C6-438E-B19B-9239C85F7D18}" type="parTrans" cxnId="{32A31B5E-44BC-44D9-A420-EF87478B5194}">
      <dgm:prSet/>
      <dgm:spPr/>
      <dgm:t>
        <a:bodyPr/>
        <a:lstStyle/>
        <a:p>
          <a:endParaRPr lang="en-US"/>
        </a:p>
      </dgm:t>
    </dgm:pt>
    <dgm:pt modelId="{C83ECA6C-9064-4900-B2A2-C738CC187C5D}" type="sibTrans" cxnId="{32A31B5E-44BC-44D9-A420-EF87478B5194}">
      <dgm:prSet/>
      <dgm:spPr/>
      <dgm:t>
        <a:bodyPr/>
        <a:lstStyle/>
        <a:p>
          <a:endParaRPr lang="en-US"/>
        </a:p>
      </dgm:t>
    </dgm:pt>
    <dgm:pt modelId="{D27C5948-15E3-4934-8746-937059640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📱  FRONTEND  —  React.js Progressive Web App (PWA) with offline-first storage via </a:t>
          </a:r>
          <a:r>
            <a:rPr lang="en-US" dirty="0" err="1"/>
            <a:t>IndexedDB</a:t>
          </a:r>
          <a:r>
            <a:rPr lang="en-US" dirty="0"/>
            <a:t> &amp; Service Workers.</a:t>
          </a:r>
        </a:p>
      </dgm:t>
    </dgm:pt>
    <dgm:pt modelId="{B3A178A9-4BB4-4AA8-BEED-19D0946CC958}" type="parTrans" cxnId="{485F0F1C-1C35-4F47-9CB6-DFAE83C9B171}">
      <dgm:prSet/>
      <dgm:spPr/>
      <dgm:t>
        <a:bodyPr/>
        <a:lstStyle/>
        <a:p>
          <a:endParaRPr lang="en-US"/>
        </a:p>
      </dgm:t>
    </dgm:pt>
    <dgm:pt modelId="{E16FB41D-2C34-4C5D-8DFA-A4F0CE008269}" type="sibTrans" cxnId="{485F0F1C-1C35-4F47-9CB6-DFAE83C9B171}">
      <dgm:prSet/>
      <dgm:spPr/>
      <dgm:t>
        <a:bodyPr/>
        <a:lstStyle/>
        <a:p>
          <a:endParaRPr lang="en-US"/>
        </a:p>
      </dgm:t>
    </dgm:pt>
    <dgm:pt modelId="{8D2F6490-8676-4EC7-B349-EAEBB9CFD8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🤖  AI LAYER  —  Python FastAPI micro-service hosting a PyTorch deep-learning model for disease classification.</a:t>
          </a:r>
        </a:p>
      </dgm:t>
    </dgm:pt>
    <dgm:pt modelId="{84A3A3BF-ED85-4508-A6AB-A92BDC57A022}" type="parTrans" cxnId="{DCBA0B2A-4D36-4A46-A3FC-F5558254DABF}">
      <dgm:prSet/>
      <dgm:spPr/>
      <dgm:t>
        <a:bodyPr/>
        <a:lstStyle/>
        <a:p>
          <a:endParaRPr lang="en-US"/>
        </a:p>
      </dgm:t>
    </dgm:pt>
    <dgm:pt modelId="{0F5B777F-7154-4001-8279-57388D10CBDE}" type="sibTrans" cxnId="{DCBA0B2A-4D36-4A46-A3FC-F5558254DABF}">
      <dgm:prSet/>
      <dgm:spPr/>
      <dgm:t>
        <a:bodyPr/>
        <a:lstStyle/>
        <a:p>
          <a:endParaRPr lang="en-US"/>
        </a:p>
      </dgm:t>
    </dgm:pt>
    <dgm:pt modelId="{8B4861FA-707C-4E5B-828F-9C55D16E7C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🌐  MULTILINGUAL  —  Runtime UI switching across English, Tamil, and Hindi (i18next).</a:t>
          </a:r>
        </a:p>
      </dgm:t>
    </dgm:pt>
    <dgm:pt modelId="{ED0CACEB-F2D1-4B15-BCC7-C51E6CF30543}" type="parTrans" cxnId="{F1154375-60A9-47AD-858A-07987A267F9C}">
      <dgm:prSet/>
      <dgm:spPr/>
      <dgm:t>
        <a:bodyPr/>
        <a:lstStyle/>
        <a:p>
          <a:endParaRPr lang="en-US"/>
        </a:p>
      </dgm:t>
    </dgm:pt>
    <dgm:pt modelId="{C8396FF0-9C8F-467F-AD55-DACFBF40AE98}" type="sibTrans" cxnId="{F1154375-60A9-47AD-858A-07987A267F9C}">
      <dgm:prSet/>
      <dgm:spPr/>
      <dgm:t>
        <a:bodyPr/>
        <a:lstStyle/>
        <a:p>
          <a:endParaRPr lang="en-US"/>
        </a:p>
      </dgm:t>
    </dgm:pt>
    <dgm:pt modelId="{6B798092-9318-4CD4-9927-DD6399340F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🗺️  DASHBOARD  —  Real-time GIS map (Leaflet/MapLibre) for agricultural officers with hotspot analytics.</a:t>
          </a:r>
        </a:p>
      </dgm:t>
    </dgm:pt>
    <dgm:pt modelId="{A3D68E77-3AF8-417E-834F-DEF5579BEE12}" type="parTrans" cxnId="{2012B1D3-731F-4F26-99F6-9D1D5B2654DF}">
      <dgm:prSet/>
      <dgm:spPr/>
      <dgm:t>
        <a:bodyPr/>
        <a:lstStyle/>
        <a:p>
          <a:endParaRPr lang="en-US"/>
        </a:p>
      </dgm:t>
    </dgm:pt>
    <dgm:pt modelId="{A66B7630-1C37-4B47-B36A-6C9981081734}" type="sibTrans" cxnId="{2012B1D3-731F-4F26-99F6-9D1D5B2654DF}">
      <dgm:prSet/>
      <dgm:spPr/>
      <dgm:t>
        <a:bodyPr/>
        <a:lstStyle/>
        <a:p>
          <a:endParaRPr lang="en-US"/>
        </a:p>
      </dgm:t>
    </dgm:pt>
    <dgm:pt modelId="{F03318CF-0DE4-4104-B932-2DC1640132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⚡  REAL-TIME  —  Socket.IO pushes live report updates instantly to the command dashboard.</a:t>
          </a:r>
        </a:p>
      </dgm:t>
    </dgm:pt>
    <dgm:pt modelId="{F03D73CA-9014-4879-B1B5-82BA6B4F2036}" type="parTrans" cxnId="{4C0AA6BA-C94D-4273-98C6-E029CDA8FEAC}">
      <dgm:prSet/>
      <dgm:spPr/>
      <dgm:t>
        <a:bodyPr/>
        <a:lstStyle/>
        <a:p>
          <a:endParaRPr lang="en-US"/>
        </a:p>
      </dgm:t>
    </dgm:pt>
    <dgm:pt modelId="{8595BC0C-3205-4417-8507-82B1180C9AA0}" type="sibTrans" cxnId="{4C0AA6BA-C94D-4273-98C6-E029CDA8FEAC}">
      <dgm:prSet/>
      <dgm:spPr/>
      <dgm:t>
        <a:bodyPr/>
        <a:lstStyle/>
        <a:p>
          <a:endParaRPr lang="en-US"/>
        </a:p>
      </dgm:t>
    </dgm:pt>
    <dgm:pt modelId="{E1F14E5F-429C-4D2A-B890-317EB36409CC}" type="pres">
      <dgm:prSet presAssocID="{50E25EFB-304F-4B0B-BC99-F76956091114}" presName="root" presStyleCnt="0">
        <dgm:presLayoutVars>
          <dgm:dir/>
          <dgm:resizeHandles val="exact"/>
        </dgm:presLayoutVars>
      </dgm:prSet>
      <dgm:spPr/>
    </dgm:pt>
    <dgm:pt modelId="{9BBB4798-349F-445C-A7C3-646BEDDFAF56}" type="pres">
      <dgm:prSet presAssocID="{8437E1B1-F1F6-4DFE-80E2-1D01F3444BC2}" presName="compNode" presStyleCnt="0"/>
      <dgm:spPr/>
    </dgm:pt>
    <dgm:pt modelId="{71EA848E-970F-4D71-9BB1-FA4627CE87B3}" type="pres">
      <dgm:prSet presAssocID="{8437E1B1-F1F6-4DFE-80E2-1D01F3444BC2}" presName="bgRect" presStyleLbl="bgShp" presStyleIdx="0" presStyleCnt="6"/>
      <dgm:spPr/>
    </dgm:pt>
    <dgm:pt modelId="{14849971-9F54-4DA7-B203-82E8C39E2455}" type="pres">
      <dgm:prSet presAssocID="{8437E1B1-F1F6-4DFE-80E2-1D01F3444BC2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657E427-8D17-4995-B97C-4CC4491BBC8A}" type="pres">
      <dgm:prSet presAssocID="{8437E1B1-F1F6-4DFE-80E2-1D01F3444BC2}" presName="spaceRect" presStyleCnt="0"/>
      <dgm:spPr/>
    </dgm:pt>
    <dgm:pt modelId="{76BCE0DB-A493-42C0-9425-36E024ACBA1B}" type="pres">
      <dgm:prSet presAssocID="{8437E1B1-F1F6-4DFE-80E2-1D01F3444BC2}" presName="parTx" presStyleLbl="revTx" presStyleIdx="0" presStyleCnt="6">
        <dgm:presLayoutVars>
          <dgm:chMax val="0"/>
          <dgm:chPref val="0"/>
        </dgm:presLayoutVars>
      </dgm:prSet>
      <dgm:spPr/>
    </dgm:pt>
    <dgm:pt modelId="{3A9B0634-2F22-46C4-86B4-F1226973B689}" type="pres">
      <dgm:prSet presAssocID="{C83ECA6C-9064-4900-B2A2-C738CC187C5D}" presName="sibTrans" presStyleCnt="0"/>
      <dgm:spPr/>
    </dgm:pt>
    <dgm:pt modelId="{EC50A640-6867-4467-9B90-BF7CC470886D}" type="pres">
      <dgm:prSet presAssocID="{D27C5948-15E3-4934-8746-93705964040D}" presName="compNode" presStyleCnt="0"/>
      <dgm:spPr/>
    </dgm:pt>
    <dgm:pt modelId="{954E6B99-9193-4383-B57C-E2563D664C0C}" type="pres">
      <dgm:prSet presAssocID="{D27C5948-15E3-4934-8746-93705964040D}" presName="bgRect" presStyleLbl="bgShp" presStyleIdx="1" presStyleCnt="6"/>
      <dgm:spPr/>
    </dgm:pt>
    <dgm:pt modelId="{300237F2-4D4A-40C5-9CD8-563A1D522CF5}" type="pres">
      <dgm:prSet presAssocID="{D27C5948-15E3-4934-8746-93705964040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BE93C45-3138-40B9-9A4B-C291D0612693}" type="pres">
      <dgm:prSet presAssocID="{D27C5948-15E3-4934-8746-93705964040D}" presName="spaceRect" presStyleCnt="0"/>
      <dgm:spPr/>
    </dgm:pt>
    <dgm:pt modelId="{223323A9-851D-4CBE-ADFA-D761838772F5}" type="pres">
      <dgm:prSet presAssocID="{D27C5948-15E3-4934-8746-93705964040D}" presName="parTx" presStyleLbl="revTx" presStyleIdx="1" presStyleCnt="6">
        <dgm:presLayoutVars>
          <dgm:chMax val="0"/>
          <dgm:chPref val="0"/>
        </dgm:presLayoutVars>
      </dgm:prSet>
      <dgm:spPr/>
    </dgm:pt>
    <dgm:pt modelId="{BE99274D-5289-4ED6-9BE3-4A6C4952D2C3}" type="pres">
      <dgm:prSet presAssocID="{E16FB41D-2C34-4C5D-8DFA-A4F0CE008269}" presName="sibTrans" presStyleCnt="0"/>
      <dgm:spPr/>
    </dgm:pt>
    <dgm:pt modelId="{E05DF7C8-C95D-4FAC-9D94-2AD9F0788BEE}" type="pres">
      <dgm:prSet presAssocID="{8D2F6490-8676-4EC7-B349-EAEBB9CFD850}" presName="compNode" presStyleCnt="0"/>
      <dgm:spPr/>
    </dgm:pt>
    <dgm:pt modelId="{61541A84-540F-432E-8FF4-A46D48E84558}" type="pres">
      <dgm:prSet presAssocID="{8D2F6490-8676-4EC7-B349-EAEBB9CFD850}" presName="bgRect" presStyleLbl="bgShp" presStyleIdx="2" presStyleCnt="6"/>
      <dgm:spPr/>
    </dgm:pt>
    <dgm:pt modelId="{960400DF-11B0-4CC0-BA22-DB021FDEA4A7}" type="pres">
      <dgm:prSet presAssocID="{8D2F6490-8676-4EC7-B349-EAEBB9CFD85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B7A45E5-4B10-4F47-9181-6677BFB81D95}" type="pres">
      <dgm:prSet presAssocID="{8D2F6490-8676-4EC7-B349-EAEBB9CFD850}" presName="spaceRect" presStyleCnt="0"/>
      <dgm:spPr/>
    </dgm:pt>
    <dgm:pt modelId="{EA2B92EE-A615-4263-966C-AC8F5344D842}" type="pres">
      <dgm:prSet presAssocID="{8D2F6490-8676-4EC7-B349-EAEBB9CFD850}" presName="parTx" presStyleLbl="revTx" presStyleIdx="2" presStyleCnt="6">
        <dgm:presLayoutVars>
          <dgm:chMax val="0"/>
          <dgm:chPref val="0"/>
        </dgm:presLayoutVars>
      </dgm:prSet>
      <dgm:spPr/>
    </dgm:pt>
    <dgm:pt modelId="{DDD2964D-43E7-4D8E-AC11-A80D28CC60CA}" type="pres">
      <dgm:prSet presAssocID="{0F5B777F-7154-4001-8279-57388D10CBDE}" presName="sibTrans" presStyleCnt="0"/>
      <dgm:spPr/>
    </dgm:pt>
    <dgm:pt modelId="{6C09F4D5-9191-4178-9B7E-004A066DF6F8}" type="pres">
      <dgm:prSet presAssocID="{8B4861FA-707C-4E5B-828F-9C55D16E7C92}" presName="compNode" presStyleCnt="0"/>
      <dgm:spPr/>
    </dgm:pt>
    <dgm:pt modelId="{871E70CD-BFEC-44CC-8808-933471F37560}" type="pres">
      <dgm:prSet presAssocID="{8B4861FA-707C-4E5B-828F-9C55D16E7C92}" presName="bgRect" presStyleLbl="bgShp" presStyleIdx="3" presStyleCnt="6"/>
      <dgm:spPr/>
    </dgm:pt>
    <dgm:pt modelId="{E4A9412F-CC09-4A71-B186-B9E80283C20A}" type="pres">
      <dgm:prSet presAssocID="{8B4861FA-707C-4E5B-828F-9C55D16E7C9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8441F84-6F16-40B9-9CB2-A18F1307DF45}" type="pres">
      <dgm:prSet presAssocID="{8B4861FA-707C-4E5B-828F-9C55D16E7C92}" presName="spaceRect" presStyleCnt="0"/>
      <dgm:spPr/>
    </dgm:pt>
    <dgm:pt modelId="{967A5C1E-036E-4CF3-AF18-39FF71625F52}" type="pres">
      <dgm:prSet presAssocID="{8B4861FA-707C-4E5B-828F-9C55D16E7C92}" presName="parTx" presStyleLbl="revTx" presStyleIdx="3" presStyleCnt="6">
        <dgm:presLayoutVars>
          <dgm:chMax val="0"/>
          <dgm:chPref val="0"/>
        </dgm:presLayoutVars>
      </dgm:prSet>
      <dgm:spPr/>
    </dgm:pt>
    <dgm:pt modelId="{E91153C8-B7EA-4215-B945-C7189AC02495}" type="pres">
      <dgm:prSet presAssocID="{C8396FF0-9C8F-467F-AD55-DACFBF40AE98}" presName="sibTrans" presStyleCnt="0"/>
      <dgm:spPr/>
    </dgm:pt>
    <dgm:pt modelId="{307BBFCA-1F25-46A0-8F71-542FACF7FC5F}" type="pres">
      <dgm:prSet presAssocID="{6B798092-9318-4CD4-9927-DD6399340F8D}" presName="compNode" presStyleCnt="0"/>
      <dgm:spPr/>
    </dgm:pt>
    <dgm:pt modelId="{9991E599-4382-4827-BBD1-1065A9C4BE13}" type="pres">
      <dgm:prSet presAssocID="{6B798092-9318-4CD4-9927-DD6399340F8D}" presName="bgRect" presStyleLbl="bgShp" presStyleIdx="4" presStyleCnt="6"/>
      <dgm:spPr/>
    </dgm:pt>
    <dgm:pt modelId="{4421113F-226D-4D63-9D64-61160417E727}" type="pres">
      <dgm:prSet presAssocID="{6B798092-9318-4CD4-9927-DD6399340F8D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3B2BF15-5BC5-485E-9C6B-D7B7F757EB14}" type="pres">
      <dgm:prSet presAssocID="{6B798092-9318-4CD4-9927-DD6399340F8D}" presName="spaceRect" presStyleCnt="0"/>
      <dgm:spPr/>
    </dgm:pt>
    <dgm:pt modelId="{07296780-0209-44D1-8914-995D2606EE8D}" type="pres">
      <dgm:prSet presAssocID="{6B798092-9318-4CD4-9927-DD6399340F8D}" presName="parTx" presStyleLbl="revTx" presStyleIdx="4" presStyleCnt="6">
        <dgm:presLayoutVars>
          <dgm:chMax val="0"/>
          <dgm:chPref val="0"/>
        </dgm:presLayoutVars>
      </dgm:prSet>
      <dgm:spPr/>
    </dgm:pt>
    <dgm:pt modelId="{B7483D68-C961-4AB2-B031-8F236ED60765}" type="pres">
      <dgm:prSet presAssocID="{A66B7630-1C37-4B47-B36A-6C9981081734}" presName="sibTrans" presStyleCnt="0"/>
      <dgm:spPr/>
    </dgm:pt>
    <dgm:pt modelId="{5DF2A707-422C-4074-8339-00DB4E51C1DF}" type="pres">
      <dgm:prSet presAssocID="{F03318CF-0DE4-4104-B932-2DC164013209}" presName="compNode" presStyleCnt="0"/>
      <dgm:spPr/>
    </dgm:pt>
    <dgm:pt modelId="{706857AC-6533-492C-93E6-DBA1D7130A38}" type="pres">
      <dgm:prSet presAssocID="{F03318CF-0DE4-4104-B932-2DC164013209}" presName="bgRect" presStyleLbl="bgShp" presStyleIdx="5" presStyleCnt="6"/>
      <dgm:spPr/>
    </dgm:pt>
    <dgm:pt modelId="{4CAA99DD-8F40-4137-B2EC-B968BE5A7C5B}" type="pres">
      <dgm:prSet presAssocID="{F03318CF-0DE4-4104-B932-2DC16401320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DC67D5E-E8EC-43DD-A397-012E25837F4D}" type="pres">
      <dgm:prSet presAssocID="{F03318CF-0DE4-4104-B932-2DC164013209}" presName="spaceRect" presStyleCnt="0"/>
      <dgm:spPr/>
    </dgm:pt>
    <dgm:pt modelId="{E78D4764-D176-4150-8F74-7C6B39055AC6}" type="pres">
      <dgm:prSet presAssocID="{F03318CF-0DE4-4104-B932-2DC164013209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3EE0201-83E2-441C-BEA9-5ECD6646E0EC}" type="presOf" srcId="{F03318CF-0DE4-4104-B932-2DC164013209}" destId="{E78D4764-D176-4150-8F74-7C6B39055AC6}" srcOrd="0" destOrd="0" presId="urn:microsoft.com/office/officeart/2018/2/layout/IconVerticalSolidList"/>
    <dgm:cxn modelId="{485F0F1C-1C35-4F47-9CB6-DFAE83C9B171}" srcId="{50E25EFB-304F-4B0B-BC99-F76956091114}" destId="{D27C5948-15E3-4934-8746-93705964040D}" srcOrd="1" destOrd="0" parTransId="{B3A178A9-4BB4-4AA8-BEED-19D0946CC958}" sibTransId="{E16FB41D-2C34-4C5D-8DFA-A4F0CE008269}"/>
    <dgm:cxn modelId="{DCBA0B2A-4D36-4A46-A3FC-F5558254DABF}" srcId="{50E25EFB-304F-4B0B-BC99-F76956091114}" destId="{8D2F6490-8676-4EC7-B349-EAEBB9CFD850}" srcOrd="2" destOrd="0" parTransId="{84A3A3BF-ED85-4508-A6AB-A92BDC57A022}" sibTransId="{0F5B777F-7154-4001-8279-57388D10CBDE}"/>
    <dgm:cxn modelId="{32A31B5E-44BC-44D9-A420-EF87478B5194}" srcId="{50E25EFB-304F-4B0B-BC99-F76956091114}" destId="{8437E1B1-F1F6-4DFE-80E2-1D01F3444BC2}" srcOrd="0" destOrd="0" parTransId="{625B977A-32C6-438E-B19B-9239C85F7D18}" sibTransId="{C83ECA6C-9064-4900-B2A2-C738CC187C5D}"/>
    <dgm:cxn modelId="{FE95606B-C9EA-4088-8564-0AA0C2C7F90D}" type="presOf" srcId="{6B798092-9318-4CD4-9927-DD6399340F8D}" destId="{07296780-0209-44D1-8914-995D2606EE8D}" srcOrd="0" destOrd="0" presId="urn:microsoft.com/office/officeart/2018/2/layout/IconVerticalSolidList"/>
    <dgm:cxn modelId="{F1154375-60A9-47AD-858A-07987A267F9C}" srcId="{50E25EFB-304F-4B0B-BC99-F76956091114}" destId="{8B4861FA-707C-4E5B-828F-9C55D16E7C92}" srcOrd="3" destOrd="0" parTransId="{ED0CACEB-F2D1-4B15-BCC7-C51E6CF30543}" sibTransId="{C8396FF0-9C8F-467F-AD55-DACFBF40AE98}"/>
    <dgm:cxn modelId="{B5FE5D59-2CE6-4E54-82B0-A348E9A4804A}" type="presOf" srcId="{8437E1B1-F1F6-4DFE-80E2-1D01F3444BC2}" destId="{76BCE0DB-A493-42C0-9425-36E024ACBA1B}" srcOrd="0" destOrd="0" presId="urn:microsoft.com/office/officeart/2018/2/layout/IconVerticalSolidList"/>
    <dgm:cxn modelId="{8B13547B-F6C6-4007-B802-682484FA1AD1}" type="presOf" srcId="{8D2F6490-8676-4EC7-B349-EAEBB9CFD850}" destId="{EA2B92EE-A615-4263-966C-AC8F5344D842}" srcOrd="0" destOrd="0" presId="urn:microsoft.com/office/officeart/2018/2/layout/IconVerticalSolidList"/>
    <dgm:cxn modelId="{378D6CAA-2D92-49D3-BAE0-0AF8229A37F5}" type="presOf" srcId="{D27C5948-15E3-4934-8746-93705964040D}" destId="{223323A9-851D-4CBE-ADFA-D761838772F5}" srcOrd="0" destOrd="0" presId="urn:microsoft.com/office/officeart/2018/2/layout/IconVerticalSolidList"/>
    <dgm:cxn modelId="{4C0AA6BA-C94D-4273-98C6-E029CDA8FEAC}" srcId="{50E25EFB-304F-4B0B-BC99-F76956091114}" destId="{F03318CF-0DE4-4104-B932-2DC164013209}" srcOrd="5" destOrd="0" parTransId="{F03D73CA-9014-4879-B1B5-82BA6B4F2036}" sibTransId="{8595BC0C-3205-4417-8507-82B1180C9AA0}"/>
    <dgm:cxn modelId="{2012B1D3-731F-4F26-99F6-9D1D5B2654DF}" srcId="{50E25EFB-304F-4B0B-BC99-F76956091114}" destId="{6B798092-9318-4CD4-9927-DD6399340F8D}" srcOrd="4" destOrd="0" parTransId="{A3D68E77-3AF8-417E-834F-DEF5579BEE12}" sibTransId="{A66B7630-1C37-4B47-B36A-6C9981081734}"/>
    <dgm:cxn modelId="{D1A0F4DF-C102-4C5D-AD81-37EC243D460A}" type="presOf" srcId="{50E25EFB-304F-4B0B-BC99-F76956091114}" destId="{E1F14E5F-429C-4D2A-B890-317EB36409CC}" srcOrd="0" destOrd="0" presId="urn:microsoft.com/office/officeart/2018/2/layout/IconVerticalSolidList"/>
    <dgm:cxn modelId="{162884E6-7CD5-4F67-88C5-0313C1EE484C}" type="presOf" srcId="{8B4861FA-707C-4E5B-828F-9C55D16E7C92}" destId="{967A5C1E-036E-4CF3-AF18-39FF71625F52}" srcOrd="0" destOrd="0" presId="urn:microsoft.com/office/officeart/2018/2/layout/IconVerticalSolidList"/>
    <dgm:cxn modelId="{0C12F2B1-8713-43EB-9FEC-14C29D2D98CF}" type="presParOf" srcId="{E1F14E5F-429C-4D2A-B890-317EB36409CC}" destId="{9BBB4798-349F-445C-A7C3-646BEDDFAF56}" srcOrd="0" destOrd="0" presId="urn:microsoft.com/office/officeart/2018/2/layout/IconVerticalSolidList"/>
    <dgm:cxn modelId="{019C5C46-CAAB-430E-9DAD-FC7D79E0D9F3}" type="presParOf" srcId="{9BBB4798-349F-445C-A7C3-646BEDDFAF56}" destId="{71EA848E-970F-4D71-9BB1-FA4627CE87B3}" srcOrd="0" destOrd="0" presId="urn:microsoft.com/office/officeart/2018/2/layout/IconVerticalSolidList"/>
    <dgm:cxn modelId="{96B95D8A-A161-4427-92B4-8738D4A1E5D9}" type="presParOf" srcId="{9BBB4798-349F-445C-A7C3-646BEDDFAF56}" destId="{14849971-9F54-4DA7-B203-82E8C39E2455}" srcOrd="1" destOrd="0" presId="urn:microsoft.com/office/officeart/2018/2/layout/IconVerticalSolidList"/>
    <dgm:cxn modelId="{40401438-8E19-468E-B49D-41075B057508}" type="presParOf" srcId="{9BBB4798-349F-445C-A7C3-646BEDDFAF56}" destId="{8657E427-8D17-4995-B97C-4CC4491BBC8A}" srcOrd="2" destOrd="0" presId="urn:microsoft.com/office/officeart/2018/2/layout/IconVerticalSolidList"/>
    <dgm:cxn modelId="{248EA681-B5F7-4EC2-B7A2-0228848AA612}" type="presParOf" srcId="{9BBB4798-349F-445C-A7C3-646BEDDFAF56}" destId="{76BCE0DB-A493-42C0-9425-36E024ACBA1B}" srcOrd="3" destOrd="0" presId="urn:microsoft.com/office/officeart/2018/2/layout/IconVerticalSolidList"/>
    <dgm:cxn modelId="{F3FC4D8F-FDB1-4024-80E7-D759769CEA98}" type="presParOf" srcId="{E1F14E5F-429C-4D2A-B890-317EB36409CC}" destId="{3A9B0634-2F22-46C4-86B4-F1226973B689}" srcOrd="1" destOrd="0" presId="urn:microsoft.com/office/officeart/2018/2/layout/IconVerticalSolidList"/>
    <dgm:cxn modelId="{B7246902-2B7B-439A-9F53-4B287635BF09}" type="presParOf" srcId="{E1F14E5F-429C-4D2A-B890-317EB36409CC}" destId="{EC50A640-6867-4467-9B90-BF7CC470886D}" srcOrd="2" destOrd="0" presId="urn:microsoft.com/office/officeart/2018/2/layout/IconVerticalSolidList"/>
    <dgm:cxn modelId="{26CA1783-02EE-4CA8-A03A-0D9E3CBE0BED}" type="presParOf" srcId="{EC50A640-6867-4467-9B90-BF7CC470886D}" destId="{954E6B99-9193-4383-B57C-E2563D664C0C}" srcOrd="0" destOrd="0" presId="urn:microsoft.com/office/officeart/2018/2/layout/IconVerticalSolidList"/>
    <dgm:cxn modelId="{6242D0FA-3BAE-4C49-BAA1-FAA55B2E2F36}" type="presParOf" srcId="{EC50A640-6867-4467-9B90-BF7CC470886D}" destId="{300237F2-4D4A-40C5-9CD8-563A1D522CF5}" srcOrd="1" destOrd="0" presId="urn:microsoft.com/office/officeart/2018/2/layout/IconVerticalSolidList"/>
    <dgm:cxn modelId="{4CB8F3DA-A2D4-4207-9060-D9AA6615D032}" type="presParOf" srcId="{EC50A640-6867-4467-9B90-BF7CC470886D}" destId="{5BE93C45-3138-40B9-9A4B-C291D0612693}" srcOrd="2" destOrd="0" presId="urn:microsoft.com/office/officeart/2018/2/layout/IconVerticalSolidList"/>
    <dgm:cxn modelId="{11784C5E-91B1-4E25-A3EB-279051AE3123}" type="presParOf" srcId="{EC50A640-6867-4467-9B90-BF7CC470886D}" destId="{223323A9-851D-4CBE-ADFA-D761838772F5}" srcOrd="3" destOrd="0" presId="urn:microsoft.com/office/officeart/2018/2/layout/IconVerticalSolidList"/>
    <dgm:cxn modelId="{6C8C2FCB-59F2-4BA3-8965-C23F366971DB}" type="presParOf" srcId="{E1F14E5F-429C-4D2A-B890-317EB36409CC}" destId="{BE99274D-5289-4ED6-9BE3-4A6C4952D2C3}" srcOrd="3" destOrd="0" presId="urn:microsoft.com/office/officeart/2018/2/layout/IconVerticalSolidList"/>
    <dgm:cxn modelId="{CF34FC21-B710-41E7-B88E-9E1ACBC5F469}" type="presParOf" srcId="{E1F14E5F-429C-4D2A-B890-317EB36409CC}" destId="{E05DF7C8-C95D-4FAC-9D94-2AD9F0788BEE}" srcOrd="4" destOrd="0" presId="urn:microsoft.com/office/officeart/2018/2/layout/IconVerticalSolidList"/>
    <dgm:cxn modelId="{147542AD-14AF-404D-96F0-F6CA49DB3697}" type="presParOf" srcId="{E05DF7C8-C95D-4FAC-9D94-2AD9F0788BEE}" destId="{61541A84-540F-432E-8FF4-A46D48E84558}" srcOrd="0" destOrd="0" presId="urn:microsoft.com/office/officeart/2018/2/layout/IconVerticalSolidList"/>
    <dgm:cxn modelId="{D22CA8F7-6BD9-4166-BDA8-AE9AB686DF5E}" type="presParOf" srcId="{E05DF7C8-C95D-4FAC-9D94-2AD9F0788BEE}" destId="{960400DF-11B0-4CC0-BA22-DB021FDEA4A7}" srcOrd="1" destOrd="0" presId="urn:microsoft.com/office/officeart/2018/2/layout/IconVerticalSolidList"/>
    <dgm:cxn modelId="{AADA39D3-4454-4FA1-AA4C-BF28A18E7BA3}" type="presParOf" srcId="{E05DF7C8-C95D-4FAC-9D94-2AD9F0788BEE}" destId="{DB7A45E5-4B10-4F47-9181-6677BFB81D95}" srcOrd="2" destOrd="0" presId="urn:microsoft.com/office/officeart/2018/2/layout/IconVerticalSolidList"/>
    <dgm:cxn modelId="{6DFAAC1B-4DB0-455A-B577-33089A4A1C94}" type="presParOf" srcId="{E05DF7C8-C95D-4FAC-9D94-2AD9F0788BEE}" destId="{EA2B92EE-A615-4263-966C-AC8F5344D842}" srcOrd="3" destOrd="0" presId="urn:microsoft.com/office/officeart/2018/2/layout/IconVerticalSolidList"/>
    <dgm:cxn modelId="{B4785104-4313-443B-83E5-817A7B238F0F}" type="presParOf" srcId="{E1F14E5F-429C-4D2A-B890-317EB36409CC}" destId="{DDD2964D-43E7-4D8E-AC11-A80D28CC60CA}" srcOrd="5" destOrd="0" presId="urn:microsoft.com/office/officeart/2018/2/layout/IconVerticalSolidList"/>
    <dgm:cxn modelId="{063E2C14-D3A0-489E-A961-5A64ACF8314E}" type="presParOf" srcId="{E1F14E5F-429C-4D2A-B890-317EB36409CC}" destId="{6C09F4D5-9191-4178-9B7E-004A066DF6F8}" srcOrd="6" destOrd="0" presId="urn:microsoft.com/office/officeart/2018/2/layout/IconVerticalSolidList"/>
    <dgm:cxn modelId="{8E457295-AF4A-46A7-8AAB-05E966410044}" type="presParOf" srcId="{6C09F4D5-9191-4178-9B7E-004A066DF6F8}" destId="{871E70CD-BFEC-44CC-8808-933471F37560}" srcOrd="0" destOrd="0" presId="urn:microsoft.com/office/officeart/2018/2/layout/IconVerticalSolidList"/>
    <dgm:cxn modelId="{D64C2597-8B3D-4D1B-96C0-BF0F7F44CDCC}" type="presParOf" srcId="{6C09F4D5-9191-4178-9B7E-004A066DF6F8}" destId="{E4A9412F-CC09-4A71-B186-B9E80283C20A}" srcOrd="1" destOrd="0" presId="urn:microsoft.com/office/officeart/2018/2/layout/IconVerticalSolidList"/>
    <dgm:cxn modelId="{3020548D-3050-447E-BE2F-1D4792BC3BF1}" type="presParOf" srcId="{6C09F4D5-9191-4178-9B7E-004A066DF6F8}" destId="{48441F84-6F16-40B9-9CB2-A18F1307DF45}" srcOrd="2" destOrd="0" presId="urn:microsoft.com/office/officeart/2018/2/layout/IconVerticalSolidList"/>
    <dgm:cxn modelId="{7E4D17E6-78B9-4F5C-964A-1BAF65DD6167}" type="presParOf" srcId="{6C09F4D5-9191-4178-9B7E-004A066DF6F8}" destId="{967A5C1E-036E-4CF3-AF18-39FF71625F52}" srcOrd="3" destOrd="0" presId="urn:microsoft.com/office/officeart/2018/2/layout/IconVerticalSolidList"/>
    <dgm:cxn modelId="{8F819F44-81DC-4E9B-8EBF-18FB66A28409}" type="presParOf" srcId="{E1F14E5F-429C-4D2A-B890-317EB36409CC}" destId="{E91153C8-B7EA-4215-B945-C7189AC02495}" srcOrd="7" destOrd="0" presId="urn:microsoft.com/office/officeart/2018/2/layout/IconVerticalSolidList"/>
    <dgm:cxn modelId="{0F8989F6-7E55-4390-BFED-37C783AF33BB}" type="presParOf" srcId="{E1F14E5F-429C-4D2A-B890-317EB36409CC}" destId="{307BBFCA-1F25-46A0-8F71-542FACF7FC5F}" srcOrd="8" destOrd="0" presId="urn:microsoft.com/office/officeart/2018/2/layout/IconVerticalSolidList"/>
    <dgm:cxn modelId="{838B22FE-CBE8-4D29-8E1A-CD156A780CC4}" type="presParOf" srcId="{307BBFCA-1F25-46A0-8F71-542FACF7FC5F}" destId="{9991E599-4382-4827-BBD1-1065A9C4BE13}" srcOrd="0" destOrd="0" presId="urn:microsoft.com/office/officeart/2018/2/layout/IconVerticalSolidList"/>
    <dgm:cxn modelId="{14118DC6-2518-4589-AB26-5677EAE0BDC4}" type="presParOf" srcId="{307BBFCA-1F25-46A0-8F71-542FACF7FC5F}" destId="{4421113F-226D-4D63-9D64-61160417E727}" srcOrd="1" destOrd="0" presId="urn:microsoft.com/office/officeart/2018/2/layout/IconVerticalSolidList"/>
    <dgm:cxn modelId="{8E237872-B3F8-4D2E-98C2-9CF7D7D92AD2}" type="presParOf" srcId="{307BBFCA-1F25-46A0-8F71-542FACF7FC5F}" destId="{13B2BF15-5BC5-485E-9C6B-D7B7F757EB14}" srcOrd="2" destOrd="0" presId="urn:microsoft.com/office/officeart/2018/2/layout/IconVerticalSolidList"/>
    <dgm:cxn modelId="{3804A536-EBBE-4B48-AC8B-0312799C28EC}" type="presParOf" srcId="{307BBFCA-1F25-46A0-8F71-542FACF7FC5F}" destId="{07296780-0209-44D1-8914-995D2606EE8D}" srcOrd="3" destOrd="0" presId="urn:microsoft.com/office/officeart/2018/2/layout/IconVerticalSolidList"/>
    <dgm:cxn modelId="{ABF68AC1-BBDE-4ECE-9F4D-B8E7903716F2}" type="presParOf" srcId="{E1F14E5F-429C-4D2A-B890-317EB36409CC}" destId="{B7483D68-C961-4AB2-B031-8F236ED60765}" srcOrd="9" destOrd="0" presId="urn:microsoft.com/office/officeart/2018/2/layout/IconVerticalSolidList"/>
    <dgm:cxn modelId="{74A06342-A9F3-4A14-9F0D-37218D304FCA}" type="presParOf" srcId="{E1F14E5F-429C-4D2A-B890-317EB36409CC}" destId="{5DF2A707-422C-4074-8339-00DB4E51C1DF}" srcOrd="10" destOrd="0" presId="urn:microsoft.com/office/officeart/2018/2/layout/IconVerticalSolidList"/>
    <dgm:cxn modelId="{6D977AC8-7E6E-4D3C-B9B4-E5F36BC7F798}" type="presParOf" srcId="{5DF2A707-422C-4074-8339-00DB4E51C1DF}" destId="{706857AC-6533-492C-93E6-DBA1D7130A38}" srcOrd="0" destOrd="0" presId="urn:microsoft.com/office/officeart/2018/2/layout/IconVerticalSolidList"/>
    <dgm:cxn modelId="{CBD70366-5EA0-4931-9502-C364E222F420}" type="presParOf" srcId="{5DF2A707-422C-4074-8339-00DB4E51C1DF}" destId="{4CAA99DD-8F40-4137-B2EC-B968BE5A7C5B}" srcOrd="1" destOrd="0" presId="urn:microsoft.com/office/officeart/2018/2/layout/IconVerticalSolidList"/>
    <dgm:cxn modelId="{9C1F9CF6-A615-4A3A-A013-C5D6078B828F}" type="presParOf" srcId="{5DF2A707-422C-4074-8339-00DB4E51C1DF}" destId="{9DC67D5E-E8EC-43DD-A397-012E25837F4D}" srcOrd="2" destOrd="0" presId="urn:microsoft.com/office/officeart/2018/2/layout/IconVerticalSolidList"/>
    <dgm:cxn modelId="{502AC933-71C1-4BA9-BD5F-BCBF4F8F798F}" type="presParOf" srcId="{5DF2A707-422C-4074-8339-00DB4E51C1DF}" destId="{E78D4764-D176-4150-8F74-7C6B39055A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D186C0-6268-4215-997F-87F4BDCF05F3}" type="doc">
      <dgm:prSet loTypeId="urn:microsoft.com/office/officeart/2005/8/layout/vList2" loCatId="list" qsTypeId="urn:microsoft.com/office/officeart/2005/8/quickstyle/simple1#19" qsCatId="simple" csTypeId="urn:microsoft.com/office/officeart/2005/8/colors/accent1_2#19" csCatId="accent1"/>
      <dgm:spPr/>
      <dgm:t>
        <a:bodyPr/>
        <a:lstStyle/>
        <a:p>
          <a:endParaRPr lang="en-US"/>
        </a:p>
      </dgm:t>
    </dgm:pt>
    <dgm:pt modelId="{EFFBD1CB-BC1F-489E-AFA9-4341A1250537}">
      <dgm:prSet/>
      <dgm:spPr/>
      <dgm:t>
        <a:bodyPr/>
        <a:lstStyle/>
        <a:p>
          <a:r>
            <a:rPr lang="en-US"/>
            <a:t>• Progressive Web App that works offline, syncs when connected.</a:t>
          </a:r>
        </a:p>
      </dgm:t>
    </dgm:pt>
    <dgm:pt modelId="{A142370E-9979-49AE-9AA8-A7D20D5A2C14}" type="parTrans" cxnId="{0401B381-AE9B-4BED-BA15-0B91489B6998}">
      <dgm:prSet/>
      <dgm:spPr/>
      <dgm:t>
        <a:bodyPr/>
        <a:lstStyle/>
        <a:p>
          <a:endParaRPr lang="en-US"/>
        </a:p>
      </dgm:t>
    </dgm:pt>
    <dgm:pt modelId="{2B0D68C2-7423-4DE0-B1CE-3BDBB108A4ED}" type="sibTrans" cxnId="{0401B381-AE9B-4BED-BA15-0B91489B6998}">
      <dgm:prSet/>
      <dgm:spPr/>
      <dgm:t>
        <a:bodyPr/>
        <a:lstStyle/>
        <a:p>
          <a:endParaRPr lang="en-US"/>
        </a:p>
      </dgm:t>
    </dgm:pt>
    <dgm:pt modelId="{50A59117-046C-461D-894B-2550729E4648}">
      <dgm:prSet/>
      <dgm:spPr/>
      <dgm:t>
        <a:bodyPr/>
        <a:lstStyle/>
        <a:p>
          <a:r>
            <a:rPr lang="en-US"/>
            <a:t>• AI-assisted disease prediction via deep-learning micro-service.</a:t>
          </a:r>
        </a:p>
      </dgm:t>
    </dgm:pt>
    <dgm:pt modelId="{68EEDD77-24A8-466C-961F-54B26AEFD45D}" type="parTrans" cxnId="{BD3D6ECA-8291-401E-B9E1-B68AF9C5C485}">
      <dgm:prSet/>
      <dgm:spPr/>
      <dgm:t>
        <a:bodyPr/>
        <a:lstStyle/>
        <a:p>
          <a:endParaRPr lang="en-US"/>
        </a:p>
      </dgm:t>
    </dgm:pt>
    <dgm:pt modelId="{EF2C327E-211A-42A5-B4B8-706A65332340}" type="sibTrans" cxnId="{BD3D6ECA-8291-401E-B9E1-B68AF9C5C485}">
      <dgm:prSet/>
      <dgm:spPr/>
      <dgm:t>
        <a:bodyPr/>
        <a:lstStyle/>
        <a:p>
          <a:endParaRPr lang="en-US"/>
        </a:p>
      </dgm:t>
    </dgm:pt>
    <dgm:pt modelId="{C64BA3C8-ADD1-4AE2-AEDF-E6FD37E551DF}">
      <dgm:prSet/>
      <dgm:spPr/>
      <dgm:t>
        <a:bodyPr/>
        <a:lstStyle/>
        <a:p>
          <a:r>
            <a:rPr lang="en-US"/>
            <a:t>• GPS-tagged reports visualized on a live command dashboard.</a:t>
          </a:r>
        </a:p>
      </dgm:t>
    </dgm:pt>
    <dgm:pt modelId="{1701E49A-3FED-4531-BF10-1FC7B8EBDD21}" type="parTrans" cxnId="{E3E8870A-F9CF-47B5-95F8-030E5ABF104C}">
      <dgm:prSet/>
      <dgm:spPr/>
      <dgm:t>
        <a:bodyPr/>
        <a:lstStyle/>
        <a:p>
          <a:endParaRPr lang="en-US"/>
        </a:p>
      </dgm:t>
    </dgm:pt>
    <dgm:pt modelId="{470C06A2-0CAA-49A7-A6C5-5BAD438A5FEB}" type="sibTrans" cxnId="{E3E8870A-F9CF-47B5-95F8-030E5ABF104C}">
      <dgm:prSet/>
      <dgm:spPr/>
      <dgm:t>
        <a:bodyPr/>
        <a:lstStyle/>
        <a:p>
          <a:endParaRPr lang="en-US"/>
        </a:p>
      </dgm:t>
    </dgm:pt>
    <dgm:pt modelId="{F7204E7B-3367-4DAD-841C-173B52BA5A1A}">
      <dgm:prSet/>
      <dgm:spPr/>
      <dgm:t>
        <a:bodyPr/>
        <a:lstStyle/>
        <a:p>
          <a:r>
            <a:rPr lang="en-US"/>
            <a:t>• Runtime language switching for regional accessibility.</a:t>
          </a:r>
        </a:p>
      </dgm:t>
    </dgm:pt>
    <dgm:pt modelId="{430EB6C0-FDF5-460D-AE67-BBA901788E76}" type="parTrans" cxnId="{CC062936-F90D-46CD-90EF-356E481BA707}">
      <dgm:prSet/>
      <dgm:spPr/>
      <dgm:t>
        <a:bodyPr/>
        <a:lstStyle/>
        <a:p>
          <a:endParaRPr lang="en-US"/>
        </a:p>
      </dgm:t>
    </dgm:pt>
    <dgm:pt modelId="{0E4CAAAF-E5B6-4D4C-8C70-2928DA077DA7}" type="sibTrans" cxnId="{CC062936-F90D-46CD-90EF-356E481BA707}">
      <dgm:prSet/>
      <dgm:spPr/>
      <dgm:t>
        <a:bodyPr/>
        <a:lstStyle/>
        <a:p>
          <a:endParaRPr lang="en-US"/>
        </a:p>
      </dgm:t>
    </dgm:pt>
    <dgm:pt modelId="{24AD9B3E-D3F9-4401-A541-5E75BCB88CFD}">
      <dgm:prSet/>
      <dgm:spPr/>
      <dgm:t>
        <a:bodyPr/>
        <a:lstStyle/>
        <a:p>
          <a:r>
            <a:rPr lang="en-US"/>
            <a:t>• Built on MERN Stack + Python FastAPI — modern, modular, student-feasible.</a:t>
          </a:r>
        </a:p>
      </dgm:t>
    </dgm:pt>
    <dgm:pt modelId="{4A3242AB-33BD-4E98-A791-1B9A22AB118C}" type="parTrans" cxnId="{559FF3D6-17BB-4535-900E-399D0D5CA6E2}">
      <dgm:prSet/>
      <dgm:spPr/>
      <dgm:t>
        <a:bodyPr/>
        <a:lstStyle/>
        <a:p>
          <a:endParaRPr lang="en-US"/>
        </a:p>
      </dgm:t>
    </dgm:pt>
    <dgm:pt modelId="{F58937A9-3168-42D2-BA17-F87EC5BA29CE}" type="sibTrans" cxnId="{559FF3D6-17BB-4535-900E-399D0D5CA6E2}">
      <dgm:prSet/>
      <dgm:spPr/>
      <dgm:t>
        <a:bodyPr/>
        <a:lstStyle/>
        <a:p>
          <a:endParaRPr lang="en-US"/>
        </a:p>
      </dgm:t>
    </dgm:pt>
    <dgm:pt modelId="{FC930C26-AFC7-4C29-977D-B4879BA49ACA}">
      <dgm:prSet/>
      <dgm:spPr/>
      <dgm:t>
        <a:bodyPr/>
        <a:lstStyle/>
        <a:p>
          <a:r>
            <a:rPr lang="en-US"/>
            <a:t>• Real-time Socket.IO updates for agricultural officers.</a:t>
          </a:r>
        </a:p>
      </dgm:t>
    </dgm:pt>
    <dgm:pt modelId="{685F0DBF-FF02-4569-9BDC-75297F216549}" type="parTrans" cxnId="{045ACBD2-186E-4D27-B77D-836BCE9A7E7A}">
      <dgm:prSet/>
      <dgm:spPr/>
      <dgm:t>
        <a:bodyPr/>
        <a:lstStyle/>
        <a:p>
          <a:endParaRPr lang="en-US"/>
        </a:p>
      </dgm:t>
    </dgm:pt>
    <dgm:pt modelId="{CEC4EEE0-B0F9-4222-B544-C23D8257101B}" type="sibTrans" cxnId="{045ACBD2-186E-4D27-B77D-836BCE9A7E7A}">
      <dgm:prSet/>
      <dgm:spPr/>
      <dgm:t>
        <a:bodyPr/>
        <a:lstStyle/>
        <a:p>
          <a:endParaRPr lang="en-US"/>
        </a:p>
      </dgm:t>
    </dgm:pt>
    <dgm:pt modelId="{3ED17A17-A086-467C-ADDF-ECCAD3822EAD}" type="pres">
      <dgm:prSet presAssocID="{58D186C0-6268-4215-997F-87F4BDCF05F3}" presName="linear" presStyleCnt="0">
        <dgm:presLayoutVars>
          <dgm:animLvl val="lvl"/>
          <dgm:resizeHandles val="exact"/>
        </dgm:presLayoutVars>
      </dgm:prSet>
      <dgm:spPr/>
    </dgm:pt>
    <dgm:pt modelId="{285B9409-844B-4667-8B17-F236D8D6375F}" type="pres">
      <dgm:prSet presAssocID="{EFFBD1CB-BC1F-489E-AFA9-4341A125053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7BD50AC-2951-4F58-9898-0929CE99F217}" type="pres">
      <dgm:prSet presAssocID="{2B0D68C2-7423-4DE0-B1CE-3BDBB108A4ED}" presName="spacer" presStyleCnt="0"/>
      <dgm:spPr/>
    </dgm:pt>
    <dgm:pt modelId="{C0384A93-7F79-493E-95FD-1E2D85872BA2}" type="pres">
      <dgm:prSet presAssocID="{50A59117-046C-461D-894B-2550729E464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225FF32-3D1C-406A-B9D9-152CF7CF4262}" type="pres">
      <dgm:prSet presAssocID="{EF2C327E-211A-42A5-B4B8-706A65332340}" presName="spacer" presStyleCnt="0"/>
      <dgm:spPr/>
    </dgm:pt>
    <dgm:pt modelId="{3C86FD97-2B50-41BA-9CAC-090BAE8915C8}" type="pres">
      <dgm:prSet presAssocID="{C64BA3C8-ADD1-4AE2-AEDF-E6FD37E551D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05ABC00-E80F-4F65-8D7B-CE868612EDDE}" type="pres">
      <dgm:prSet presAssocID="{470C06A2-0CAA-49A7-A6C5-5BAD438A5FEB}" presName="spacer" presStyleCnt="0"/>
      <dgm:spPr/>
    </dgm:pt>
    <dgm:pt modelId="{68E11CD7-1D5A-4221-80A0-AA3572E637E4}" type="pres">
      <dgm:prSet presAssocID="{F7204E7B-3367-4DAD-841C-173B52BA5A1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8FD7411-1738-4514-BA31-CDD0B4B9C85E}" type="pres">
      <dgm:prSet presAssocID="{0E4CAAAF-E5B6-4D4C-8C70-2928DA077DA7}" presName="spacer" presStyleCnt="0"/>
      <dgm:spPr/>
    </dgm:pt>
    <dgm:pt modelId="{1E9CBEAB-4D04-4471-8A91-82C56A04A1F6}" type="pres">
      <dgm:prSet presAssocID="{24AD9B3E-D3F9-4401-A541-5E75BCB88CF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32B2099-0986-47CC-A640-0D5F647CEEBD}" type="pres">
      <dgm:prSet presAssocID="{F58937A9-3168-42D2-BA17-F87EC5BA29CE}" presName="spacer" presStyleCnt="0"/>
      <dgm:spPr/>
    </dgm:pt>
    <dgm:pt modelId="{EB09668E-48D5-43B9-BBB8-79366F7FD9F5}" type="pres">
      <dgm:prSet presAssocID="{FC930C26-AFC7-4C29-977D-B4879BA49AC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3E8870A-F9CF-47B5-95F8-030E5ABF104C}" srcId="{58D186C0-6268-4215-997F-87F4BDCF05F3}" destId="{C64BA3C8-ADD1-4AE2-AEDF-E6FD37E551DF}" srcOrd="2" destOrd="0" parTransId="{1701E49A-3FED-4531-BF10-1FC7B8EBDD21}" sibTransId="{470C06A2-0CAA-49A7-A6C5-5BAD438A5FEB}"/>
    <dgm:cxn modelId="{47157C19-80ED-4922-A23F-BF7C7A4D327B}" type="presOf" srcId="{50A59117-046C-461D-894B-2550729E4648}" destId="{C0384A93-7F79-493E-95FD-1E2D85872BA2}" srcOrd="0" destOrd="0" presId="urn:microsoft.com/office/officeart/2005/8/layout/vList2"/>
    <dgm:cxn modelId="{336AF121-0303-4DF8-A964-B8AE29E46CAE}" type="presOf" srcId="{58D186C0-6268-4215-997F-87F4BDCF05F3}" destId="{3ED17A17-A086-467C-ADDF-ECCAD3822EAD}" srcOrd="0" destOrd="0" presId="urn:microsoft.com/office/officeart/2005/8/layout/vList2"/>
    <dgm:cxn modelId="{CC062936-F90D-46CD-90EF-356E481BA707}" srcId="{58D186C0-6268-4215-997F-87F4BDCF05F3}" destId="{F7204E7B-3367-4DAD-841C-173B52BA5A1A}" srcOrd="3" destOrd="0" parTransId="{430EB6C0-FDF5-460D-AE67-BBA901788E76}" sibTransId="{0E4CAAAF-E5B6-4D4C-8C70-2928DA077DA7}"/>
    <dgm:cxn modelId="{4BD8DB3D-6E06-4BE6-AB7B-DBB2F550DFED}" type="presOf" srcId="{C64BA3C8-ADD1-4AE2-AEDF-E6FD37E551DF}" destId="{3C86FD97-2B50-41BA-9CAC-090BAE8915C8}" srcOrd="0" destOrd="0" presId="urn:microsoft.com/office/officeart/2005/8/layout/vList2"/>
    <dgm:cxn modelId="{C7838C5E-8FCC-40B2-ACE7-29E7F4F3C606}" type="presOf" srcId="{EFFBD1CB-BC1F-489E-AFA9-4341A1250537}" destId="{285B9409-844B-4667-8B17-F236D8D6375F}" srcOrd="0" destOrd="0" presId="urn:microsoft.com/office/officeart/2005/8/layout/vList2"/>
    <dgm:cxn modelId="{8EB30064-BA4F-4290-BA88-C7C0686836C9}" type="presOf" srcId="{FC930C26-AFC7-4C29-977D-B4879BA49ACA}" destId="{EB09668E-48D5-43B9-BBB8-79366F7FD9F5}" srcOrd="0" destOrd="0" presId="urn:microsoft.com/office/officeart/2005/8/layout/vList2"/>
    <dgm:cxn modelId="{0401B381-AE9B-4BED-BA15-0B91489B6998}" srcId="{58D186C0-6268-4215-997F-87F4BDCF05F3}" destId="{EFFBD1CB-BC1F-489E-AFA9-4341A1250537}" srcOrd="0" destOrd="0" parTransId="{A142370E-9979-49AE-9AA8-A7D20D5A2C14}" sibTransId="{2B0D68C2-7423-4DE0-B1CE-3BDBB108A4ED}"/>
    <dgm:cxn modelId="{1227D29D-E128-4907-9692-80E8071616E2}" type="presOf" srcId="{F7204E7B-3367-4DAD-841C-173B52BA5A1A}" destId="{68E11CD7-1D5A-4221-80A0-AA3572E637E4}" srcOrd="0" destOrd="0" presId="urn:microsoft.com/office/officeart/2005/8/layout/vList2"/>
    <dgm:cxn modelId="{3162AFB4-6100-478B-B20E-94576F3B2313}" type="presOf" srcId="{24AD9B3E-D3F9-4401-A541-5E75BCB88CFD}" destId="{1E9CBEAB-4D04-4471-8A91-82C56A04A1F6}" srcOrd="0" destOrd="0" presId="urn:microsoft.com/office/officeart/2005/8/layout/vList2"/>
    <dgm:cxn modelId="{BD3D6ECA-8291-401E-B9E1-B68AF9C5C485}" srcId="{58D186C0-6268-4215-997F-87F4BDCF05F3}" destId="{50A59117-046C-461D-894B-2550729E4648}" srcOrd="1" destOrd="0" parTransId="{68EEDD77-24A8-466C-961F-54B26AEFD45D}" sibTransId="{EF2C327E-211A-42A5-B4B8-706A65332340}"/>
    <dgm:cxn modelId="{045ACBD2-186E-4D27-B77D-836BCE9A7E7A}" srcId="{58D186C0-6268-4215-997F-87F4BDCF05F3}" destId="{FC930C26-AFC7-4C29-977D-B4879BA49ACA}" srcOrd="5" destOrd="0" parTransId="{685F0DBF-FF02-4569-9BDC-75297F216549}" sibTransId="{CEC4EEE0-B0F9-4222-B544-C23D8257101B}"/>
    <dgm:cxn modelId="{559FF3D6-17BB-4535-900E-399D0D5CA6E2}" srcId="{58D186C0-6268-4215-997F-87F4BDCF05F3}" destId="{24AD9B3E-D3F9-4401-A541-5E75BCB88CFD}" srcOrd="4" destOrd="0" parTransId="{4A3242AB-33BD-4E98-A791-1B9A22AB118C}" sibTransId="{F58937A9-3168-42D2-BA17-F87EC5BA29CE}"/>
    <dgm:cxn modelId="{2DB04262-A173-4404-93E1-357C426D8D7D}" type="presParOf" srcId="{3ED17A17-A086-467C-ADDF-ECCAD3822EAD}" destId="{285B9409-844B-4667-8B17-F236D8D6375F}" srcOrd="0" destOrd="0" presId="urn:microsoft.com/office/officeart/2005/8/layout/vList2"/>
    <dgm:cxn modelId="{65450BC5-233F-4C92-8389-6E8D737BDD10}" type="presParOf" srcId="{3ED17A17-A086-467C-ADDF-ECCAD3822EAD}" destId="{47BD50AC-2951-4F58-9898-0929CE99F217}" srcOrd="1" destOrd="0" presId="urn:microsoft.com/office/officeart/2005/8/layout/vList2"/>
    <dgm:cxn modelId="{DDB04738-1A99-41E7-9075-8DFA73C88EC3}" type="presParOf" srcId="{3ED17A17-A086-467C-ADDF-ECCAD3822EAD}" destId="{C0384A93-7F79-493E-95FD-1E2D85872BA2}" srcOrd="2" destOrd="0" presId="urn:microsoft.com/office/officeart/2005/8/layout/vList2"/>
    <dgm:cxn modelId="{328C0CA6-2E15-4C04-A6B6-C0AFA0A4C647}" type="presParOf" srcId="{3ED17A17-A086-467C-ADDF-ECCAD3822EAD}" destId="{2225FF32-3D1C-406A-B9D9-152CF7CF4262}" srcOrd="3" destOrd="0" presId="urn:microsoft.com/office/officeart/2005/8/layout/vList2"/>
    <dgm:cxn modelId="{7D5401B1-C3A9-46BA-AD1D-76DFFA7AE5F3}" type="presParOf" srcId="{3ED17A17-A086-467C-ADDF-ECCAD3822EAD}" destId="{3C86FD97-2B50-41BA-9CAC-090BAE8915C8}" srcOrd="4" destOrd="0" presId="urn:microsoft.com/office/officeart/2005/8/layout/vList2"/>
    <dgm:cxn modelId="{316E0CB9-6447-4804-88CD-97CBEF427EB5}" type="presParOf" srcId="{3ED17A17-A086-467C-ADDF-ECCAD3822EAD}" destId="{F05ABC00-E80F-4F65-8D7B-CE868612EDDE}" srcOrd="5" destOrd="0" presId="urn:microsoft.com/office/officeart/2005/8/layout/vList2"/>
    <dgm:cxn modelId="{14EC9858-9FD8-4598-BD17-8DAED68FF147}" type="presParOf" srcId="{3ED17A17-A086-467C-ADDF-ECCAD3822EAD}" destId="{68E11CD7-1D5A-4221-80A0-AA3572E637E4}" srcOrd="6" destOrd="0" presId="urn:microsoft.com/office/officeart/2005/8/layout/vList2"/>
    <dgm:cxn modelId="{BC6C1DDD-C89D-4C1D-8019-8B6EDFD934F4}" type="presParOf" srcId="{3ED17A17-A086-467C-ADDF-ECCAD3822EAD}" destId="{E8FD7411-1738-4514-BA31-CDD0B4B9C85E}" srcOrd="7" destOrd="0" presId="urn:microsoft.com/office/officeart/2005/8/layout/vList2"/>
    <dgm:cxn modelId="{F272FFD2-9CB3-42CA-ADEE-CFFB398BA9D3}" type="presParOf" srcId="{3ED17A17-A086-467C-ADDF-ECCAD3822EAD}" destId="{1E9CBEAB-4D04-4471-8A91-82C56A04A1F6}" srcOrd="8" destOrd="0" presId="urn:microsoft.com/office/officeart/2005/8/layout/vList2"/>
    <dgm:cxn modelId="{4892A32B-30EF-4B3C-8788-5A2970A6DF03}" type="presParOf" srcId="{3ED17A17-A086-467C-ADDF-ECCAD3822EAD}" destId="{332B2099-0986-47CC-A640-0D5F647CEEBD}" srcOrd="9" destOrd="0" presId="urn:microsoft.com/office/officeart/2005/8/layout/vList2"/>
    <dgm:cxn modelId="{B0421A1E-5ECA-4869-BCC8-A3F7569F4A7D}" type="presParOf" srcId="{3ED17A17-A086-467C-ADDF-ECCAD3822EAD}" destId="{EB09668E-48D5-43B9-BBB8-79366F7FD9F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A848E-970F-4D71-9BB1-FA4627CE87B3}">
      <dsp:nvSpPr>
        <dsp:cNvPr id="0" name=""/>
        <dsp:cNvSpPr/>
      </dsp:nvSpPr>
      <dsp:spPr>
        <a:xfrm>
          <a:off x="0" y="1331"/>
          <a:ext cx="11521440" cy="5671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49971-9F54-4DA7-B203-82E8C39E2455}">
      <dsp:nvSpPr>
        <dsp:cNvPr id="0" name=""/>
        <dsp:cNvSpPr/>
      </dsp:nvSpPr>
      <dsp:spPr>
        <a:xfrm>
          <a:off x="171575" y="128949"/>
          <a:ext cx="311955" cy="311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CE0DB-A493-42C0-9425-36E024ACBA1B}">
      <dsp:nvSpPr>
        <dsp:cNvPr id="0" name=""/>
        <dsp:cNvSpPr/>
      </dsp:nvSpPr>
      <dsp:spPr>
        <a:xfrm>
          <a:off x="655106" y="1331"/>
          <a:ext cx="10866333" cy="56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8" tIns="60028" rIns="60028" bIns="600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🌾  PURPOSE  —  Enable field workers to capture, report, and receive AI-driven crop-disease recommendations even without internet connectivity.</a:t>
          </a:r>
        </a:p>
      </dsp:txBody>
      <dsp:txXfrm>
        <a:off x="655106" y="1331"/>
        <a:ext cx="10866333" cy="567191"/>
      </dsp:txXfrm>
    </dsp:sp>
    <dsp:sp modelId="{954E6B99-9193-4383-B57C-E2563D664C0C}">
      <dsp:nvSpPr>
        <dsp:cNvPr id="0" name=""/>
        <dsp:cNvSpPr/>
      </dsp:nvSpPr>
      <dsp:spPr>
        <a:xfrm>
          <a:off x="0" y="710320"/>
          <a:ext cx="11521440" cy="5671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237F2-4D4A-40C5-9CD8-563A1D522CF5}">
      <dsp:nvSpPr>
        <dsp:cNvPr id="0" name=""/>
        <dsp:cNvSpPr/>
      </dsp:nvSpPr>
      <dsp:spPr>
        <a:xfrm>
          <a:off x="171575" y="837938"/>
          <a:ext cx="311955" cy="311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323A9-851D-4CBE-ADFA-D761838772F5}">
      <dsp:nvSpPr>
        <dsp:cNvPr id="0" name=""/>
        <dsp:cNvSpPr/>
      </dsp:nvSpPr>
      <dsp:spPr>
        <a:xfrm>
          <a:off x="655106" y="710320"/>
          <a:ext cx="10866333" cy="56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8" tIns="60028" rIns="60028" bIns="600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📱  FRONTEND  —  React.js Progressive Web App (PWA) with offline-first storage via </a:t>
          </a:r>
          <a:r>
            <a:rPr lang="en-US" sz="1400" kern="1200" dirty="0" err="1"/>
            <a:t>IndexedDB</a:t>
          </a:r>
          <a:r>
            <a:rPr lang="en-US" sz="1400" kern="1200" dirty="0"/>
            <a:t> &amp; Service Workers.</a:t>
          </a:r>
        </a:p>
      </dsp:txBody>
      <dsp:txXfrm>
        <a:off x="655106" y="710320"/>
        <a:ext cx="10866333" cy="567191"/>
      </dsp:txXfrm>
    </dsp:sp>
    <dsp:sp modelId="{61541A84-540F-432E-8FF4-A46D48E84558}">
      <dsp:nvSpPr>
        <dsp:cNvPr id="0" name=""/>
        <dsp:cNvSpPr/>
      </dsp:nvSpPr>
      <dsp:spPr>
        <a:xfrm>
          <a:off x="0" y="1419309"/>
          <a:ext cx="11521440" cy="5671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400DF-11B0-4CC0-BA22-DB021FDEA4A7}">
      <dsp:nvSpPr>
        <dsp:cNvPr id="0" name=""/>
        <dsp:cNvSpPr/>
      </dsp:nvSpPr>
      <dsp:spPr>
        <a:xfrm>
          <a:off x="171575" y="1546927"/>
          <a:ext cx="311955" cy="311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B92EE-A615-4263-966C-AC8F5344D842}">
      <dsp:nvSpPr>
        <dsp:cNvPr id="0" name=""/>
        <dsp:cNvSpPr/>
      </dsp:nvSpPr>
      <dsp:spPr>
        <a:xfrm>
          <a:off x="655106" y="1419309"/>
          <a:ext cx="10866333" cy="56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8" tIns="60028" rIns="60028" bIns="600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🤖  AI LAYER  —  Python FastAPI micro-service hosting a PyTorch deep-learning model for disease classification.</a:t>
          </a:r>
        </a:p>
      </dsp:txBody>
      <dsp:txXfrm>
        <a:off x="655106" y="1419309"/>
        <a:ext cx="10866333" cy="567191"/>
      </dsp:txXfrm>
    </dsp:sp>
    <dsp:sp modelId="{871E70CD-BFEC-44CC-8808-933471F37560}">
      <dsp:nvSpPr>
        <dsp:cNvPr id="0" name=""/>
        <dsp:cNvSpPr/>
      </dsp:nvSpPr>
      <dsp:spPr>
        <a:xfrm>
          <a:off x="0" y="2128298"/>
          <a:ext cx="11521440" cy="5671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9412F-CC09-4A71-B186-B9E80283C20A}">
      <dsp:nvSpPr>
        <dsp:cNvPr id="0" name=""/>
        <dsp:cNvSpPr/>
      </dsp:nvSpPr>
      <dsp:spPr>
        <a:xfrm>
          <a:off x="171575" y="2255916"/>
          <a:ext cx="311955" cy="311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A5C1E-036E-4CF3-AF18-39FF71625F52}">
      <dsp:nvSpPr>
        <dsp:cNvPr id="0" name=""/>
        <dsp:cNvSpPr/>
      </dsp:nvSpPr>
      <dsp:spPr>
        <a:xfrm>
          <a:off x="655106" y="2128298"/>
          <a:ext cx="10866333" cy="56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8" tIns="60028" rIns="60028" bIns="600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🌐  MULTILINGUAL  —  Runtime UI switching across English, Tamil, and Hindi (i18next).</a:t>
          </a:r>
        </a:p>
      </dsp:txBody>
      <dsp:txXfrm>
        <a:off x="655106" y="2128298"/>
        <a:ext cx="10866333" cy="567191"/>
      </dsp:txXfrm>
    </dsp:sp>
    <dsp:sp modelId="{9991E599-4382-4827-BBD1-1065A9C4BE13}">
      <dsp:nvSpPr>
        <dsp:cNvPr id="0" name=""/>
        <dsp:cNvSpPr/>
      </dsp:nvSpPr>
      <dsp:spPr>
        <a:xfrm>
          <a:off x="0" y="2837288"/>
          <a:ext cx="11521440" cy="5671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1113F-226D-4D63-9D64-61160417E727}">
      <dsp:nvSpPr>
        <dsp:cNvPr id="0" name=""/>
        <dsp:cNvSpPr/>
      </dsp:nvSpPr>
      <dsp:spPr>
        <a:xfrm>
          <a:off x="171575" y="2964906"/>
          <a:ext cx="311955" cy="311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96780-0209-44D1-8914-995D2606EE8D}">
      <dsp:nvSpPr>
        <dsp:cNvPr id="0" name=""/>
        <dsp:cNvSpPr/>
      </dsp:nvSpPr>
      <dsp:spPr>
        <a:xfrm>
          <a:off x="655106" y="2837288"/>
          <a:ext cx="10866333" cy="56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8" tIns="60028" rIns="60028" bIns="600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🗺️  DASHBOARD  —  Real-time GIS map (Leaflet/MapLibre) for agricultural officers with hotspot analytics.</a:t>
          </a:r>
        </a:p>
      </dsp:txBody>
      <dsp:txXfrm>
        <a:off x="655106" y="2837288"/>
        <a:ext cx="10866333" cy="567191"/>
      </dsp:txXfrm>
    </dsp:sp>
    <dsp:sp modelId="{706857AC-6533-492C-93E6-DBA1D7130A38}">
      <dsp:nvSpPr>
        <dsp:cNvPr id="0" name=""/>
        <dsp:cNvSpPr/>
      </dsp:nvSpPr>
      <dsp:spPr>
        <a:xfrm>
          <a:off x="0" y="3546277"/>
          <a:ext cx="11521440" cy="5671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A99DD-8F40-4137-B2EC-B968BE5A7C5B}">
      <dsp:nvSpPr>
        <dsp:cNvPr id="0" name=""/>
        <dsp:cNvSpPr/>
      </dsp:nvSpPr>
      <dsp:spPr>
        <a:xfrm>
          <a:off x="171575" y="3673895"/>
          <a:ext cx="311955" cy="311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D4764-D176-4150-8F74-7C6B39055AC6}">
      <dsp:nvSpPr>
        <dsp:cNvPr id="0" name=""/>
        <dsp:cNvSpPr/>
      </dsp:nvSpPr>
      <dsp:spPr>
        <a:xfrm>
          <a:off x="655106" y="3546277"/>
          <a:ext cx="10866333" cy="56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8" tIns="60028" rIns="60028" bIns="6002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⚡  REAL-TIME  —  Socket.IO pushes live report updates instantly to the command dashboard.</a:t>
          </a:r>
        </a:p>
      </dsp:txBody>
      <dsp:txXfrm>
        <a:off x="655106" y="3546277"/>
        <a:ext cx="10866333" cy="5671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B9409-844B-4667-8B17-F236D8D6375F}">
      <dsp:nvSpPr>
        <dsp:cNvPr id="0" name=""/>
        <dsp:cNvSpPr/>
      </dsp:nvSpPr>
      <dsp:spPr>
        <a:xfrm>
          <a:off x="0" y="8280"/>
          <a:ext cx="54864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Progressive Web App that works offline, syncs when connected.</a:t>
          </a:r>
        </a:p>
      </dsp:txBody>
      <dsp:txXfrm>
        <a:off x="34954" y="43234"/>
        <a:ext cx="5416492" cy="646132"/>
      </dsp:txXfrm>
    </dsp:sp>
    <dsp:sp modelId="{C0384A93-7F79-493E-95FD-1E2D85872BA2}">
      <dsp:nvSpPr>
        <dsp:cNvPr id="0" name=""/>
        <dsp:cNvSpPr/>
      </dsp:nvSpPr>
      <dsp:spPr>
        <a:xfrm>
          <a:off x="0" y="776160"/>
          <a:ext cx="54864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AI-assisted disease prediction via deep-learning micro-service.</a:t>
          </a:r>
        </a:p>
      </dsp:txBody>
      <dsp:txXfrm>
        <a:off x="34954" y="811114"/>
        <a:ext cx="5416492" cy="646132"/>
      </dsp:txXfrm>
    </dsp:sp>
    <dsp:sp modelId="{3C86FD97-2B50-41BA-9CAC-090BAE8915C8}">
      <dsp:nvSpPr>
        <dsp:cNvPr id="0" name=""/>
        <dsp:cNvSpPr/>
      </dsp:nvSpPr>
      <dsp:spPr>
        <a:xfrm>
          <a:off x="0" y="1544040"/>
          <a:ext cx="54864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GPS-tagged reports visualized on a live command dashboard.</a:t>
          </a:r>
        </a:p>
      </dsp:txBody>
      <dsp:txXfrm>
        <a:off x="34954" y="1578994"/>
        <a:ext cx="5416492" cy="646132"/>
      </dsp:txXfrm>
    </dsp:sp>
    <dsp:sp modelId="{68E11CD7-1D5A-4221-80A0-AA3572E637E4}">
      <dsp:nvSpPr>
        <dsp:cNvPr id="0" name=""/>
        <dsp:cNvSpPr/>
      </dsp:nvSpPr>
      <dsp:spPr>
        <a:xfrm>
          <a:off x="0" y="2311920"/>
          <a:ext cx="54864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Runtime language switching for regional accessibility.</a:t>
          </a:r>
        </a:p>
      </dsp:txBody>
      <dsp:txXfrm>
        <a:off x="34954" y="2346874"/>
        <a:ext cx="5416492" cy="646132"/>
      </dsp:txXfrm>
    </dsp:sp>
    <dsp:sp modelId="{1E9CBEAB-4D04-4471-8A91-82C56A04A1F6}">
      <dsp:nvSpPr>
        <dsp:cNvPr id="0" name=""/>
        <dsp:cNvSpPr/>
      </dsp:nvSpPr>
      <dsp:spPr>
        <a:xfrm>
          <a:off x="0" y="3079800"/>
          <a:ext cx="54864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Built on MERN Stack + Python FastAPI — modern, modular, student-feasible.</a:t>
          </a:r>
        </a:p>
      </dsp:txBody>
      <dsp:txXfrm>
        <a:off x="34954" y="3114754"/>
        <a:ext cx="5416492" cy="646132"/>
      </dsp:txXfrm>
    </dsp:sp>
    <dsp:sp modelId="{EB09668E-48D5-43B9-BBB8-79366F7FD9F5}">
      <dsp:nvSpPr>
        <dsp:cNvPr id="0" name=""/>
        <dsp:cNvSpPr/>
      </dsp:nvSpPr>
      <dsp:spPr>
        <a:xfrm>
          <a:off x="0" y="3847680"/>
          <a:ext cx="54864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Real-time Socket.IO updates for agricultural officers.</a:t>
          </a:r>
        </a:p>
      </dsp:txBody>
      <dsp:txXfrm>
        <a:off x="34954" y="3882634"/>
        <a:ext cx="5416492" cy="646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76200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49240" y="0"/>
            <a:ext cx="6839712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A825"/>
                </a:solidFill>
              </a:rPr>
              <a:t>🌿  AgriSentinel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</a:rPr>
              <a:t>An Offline-First Multilingual
AI-Assisted Crop Disease Monitoring
&amp; Geospatial Decision Support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520440"/>
            <a:ext cx="4389120" cy="25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5D6A7"/>
                </a:solidFill>
              </a:rPr>
              <a:t>Zeroth Review — Mini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069080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5D6A7"/>
                </a:solidFill>
              </a:rPr>
              <a:t>B.E. —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34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</a:rPr>
              <a:t>September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640080"/>
            <a:ext cx="626364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2056" y="658589"/>
            <a:ext cx="5852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B5E20"/>
                </a:solidFill>
              </a:rPr>
              <a:t>Project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261872"/>
            <a:ext cx="5852160" cy="254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1371600"/>
            <a:ext cx="5989320" cy="36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spcBef>
                <a:spcPts val="500"/>
              </a:spcBef>
            </a:pPr>
            <a:r>
              <a:rPr dirty="0">
                <a:solidFill>
                  <a:srgbClr val="1A1A1A"/>
                </a:solidFill>
              </a:rPr>
              <a:t>🏫  Institution   :  </a:t>
            </a:r>
            <a:r>
              <a:rPr lang="en-US" dirty="0">
                <a:solidFill>
                  <a:srgbClr val="1A1A1A"/>
                </a:solidFill>
              </a:rPr>
              <a:t>Easwari Engineering College</a:t>
            </a:r>
            <a:endParaRPr dirty="0">
              <a:solidFill>
                <a:srgbClr val="1A1A1A"/>
              </a:solidFill>
            </a:endParaRPr>
          </a:p>
          <a:p>
            <a:pPr>
              <a:lnSpc>
                <a:spcPct val="250000"/>
              </a:lnSpc>
              <a:spcBef>
                <a:spcPts val="500"/>
              </a:spcBef>
            </a:pPr>
            <a:r>
              <a:rPr dirty="0">
                <a:solidFill>
                  <a:srgbClr val="1A1A1A"/>
                </a:solidFill>
              </a:rPr>
              <a:t>📚  Department  :  CSE</a:t>
            </a:r>
          </a:p>
          <a:p>
            <a:pPr>
              <a:lnSpc>
                <a:spcPct val="250000"/>
              </a:lnSpc>
              <a:spcBef>
                <a:spcPts val="500"/>
              </a:spcBef>
            </a:pPr>
            <a:r>
              <a:rPr lang="en-IN" dirty="0">
                <a:solidFill>
                  <a:srgbClr val="1A1A1A"/>
                </a:solidFill>
              </a:rPr>
              <a:t>👤 Name             : Mohammed Huzaifa J</a:t>
            </a:r>
            <a:endParaRPr lang="en-US" dirty="0">
              <a:solidFill>
                <a:srgbClr val="1A1A1A"/>
              </a:solidFill>
            </a:endParaRPr>
          </a:p>
          <a:p>
            <a:pPr>
              <a:lnSpc>
                <a:spcPct val="250000"/>
              </a:lnSpc>
              <a:spcBef>
                <a:spcPts val="500"/>
              </a:spcBef>
            </a:pPr>
            <a:r>
              <a:rPr dirty="0">
                <a:solidFill>
                  <a:srgbClr val="1A1A1A"/>
                </a:solidFill>
              </a:rPr>
              <a:t>👨‍🏫  Guide            :  </a:t>
            </a:r>
            <a:r>
              <a:rPr lang="en-US" dirty="0">
                <a:solidFill>
                  <a:srgbClr val="1A1A1A"/>
                </a:solidFill>
              </a:rPr>
              <a:t>Nagamani Segalla</a:t>
            </a:r>
            <a:endParaRPr lang="en-IN" dirty="0">
              <a:solidFill>
                <a:srgbClr val="1A1A1A"/>
              </a:solidFill>
            </a:endParaRPr>
          </a:p>
          <a:p>
            <a:pPr>
              <a:lnSpc>
                <a:spcPct val="250000"/>
              </a:lnSpc>
              <a:spcBef>
                <a:spcPts val="500"/>
              </a:spcBef>
            </a:pPr>
            <a:r>
              <a:rPr dirty="0">
                <a:solidFill>
                  <a:srgbClr val="1A1A1A"/>
                </a:solidFill>
              </a:rPr>
              <a:t>🛠️  Stack  :  MERN · </a:t>
            </a:r>
            <a:r>
              <a:rPr dirty="0" err="1">
                <a:solidFill>
                  <a:srgbClr val="1A1A1A"/>
                </a:solidFill>
              </a:rPr>
              <a:t>FastAPI</a:t>
            </a:r>
            <a:r>
              <a:rPr dirty="0">
                <a:solidFill>
                  <a:srgbClr val="1A1A1A"/>
                </a:solidFill>
              </a:rPr>
              <a:t> · PWA · 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What is AgriSentinel and what does it achieve?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59021"/>
            <a:ext cx="11612880" cy="530352"/>
          </a:xfrm>
          <a:prstGeom prst="rect">
            <a:avLst/>
          </a:prstGeom>
          <a:solidFill>
            <a:srgbClr val="A5D6A7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04741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 dirty="0">
                <a:solidFill>
                  <a:srgbClr val="1B5E20"/>
                </a:solidFill>
              </a:rPr>
              <a:t>"</a:t>
            </a:r>
            <a:r>
              <a:rPr sz="1300" b="1" i="1" dirty="0" err="1">
                <a:solidFill>
                  <a:srgbClr val="1B5E20"/>
                </a:solidFill>
              </a:rPr>
              <a:t>AgriSentinel</a:t>
            </a:r>
            <a:r>
              <a:rPr sz="1300" b="1" i="1" dirty="0">
                <a:solidFill>
                  <a:srgbClr val="1B5E20"/>
                </a:solidFill>
              </a:rPr>
              <a:t> is an offline-first, multilingual, AI-assisted platform for crop disease monitoring and geospatial decision support."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2</a:t>
            </a:r>
          </a:p>
        </p:txBody>
      </p:sp>
      <p:graphicFrame>
        <p:nvGraphicFramePr>
          <p:cNvPr id="11" name="TextBox 7">
            <a:extLst>
              <a:ext uri="{FF2B5EF4-FFF2-40B4-BE49-F238E27FC236}">
                <a16:creationId xmlns:a16="http://schemas.microsoft.com/office/drawing/2014/main" id="{B08D79B3-D4DE-B8E9-B5DC-4AF007D83F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991389"/>
              </p:ext>
            </p:extLst>
          </p:nvPr>
        </p:nvGraphicFramePr>
        <p:xfrm>
          <a:off x="457200" y="2396350"/>
          <a:ext cx="1152144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Context, challenges, and 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📌 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</a:rPr>
              <a:t>• India has 146 M+ small-holder farmers, many in low-connectivity rural areas.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</a:rPr>
              <a:t>• Early crop disease detection prevents 20–40 % yield loss.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</a:rPr>
              <a:t>• Most existing tools require continuous internet and support only English.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</a:rPr>
              <a:t>• Farmers need quick, actionable guidance in their own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60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🔍  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1A1A1A"/>
                </a:solidFill>
              </a:rPr>
              <a:t>• Cloud-only apps fail without internet.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1A1A1A"/>
                </a:solidFill>
              </a:rPr>
              <a:t>• No integrated multilingual + AI + GIS system exists.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1A1A1A"/>
                </a:solidFill>
              </a:rPr>
              <a:t>• Officers lack real-time spatial disease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58064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✅  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3</a:t>
            </a:r>
          </a:p>
        </p:txBody>
      </p:sp>
      <p:graphicFrame>
        <p:nvGraphicFramePr>
          <p:cNvPr id="16" name="TextBox 12">
            <a:extLst>
              <a:ext uri="{FF2B5EF4-FFF2-40B4-BE49-F238E27FC236}">
                <a16:creationId xmlns:a16="http://schemas.microsoft.com/office/drawing/2014/main" id="{0CCAEBA6-C385-ABDE-EE9F-582DE81D1DEF}"/>
              </a:ext>
            </a:extLst>
          </p:cNvPr>
          <p:cNvGraphicFramePr/>
          <p:nvPr/>
        </p:nvGraphicFramePr>
        <p:xfrm>
          <a:off x="6217920" y="1664208"/>
          <a:ext cx="5486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The core challenge this project addresses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9284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</a:rPr>
              <a:t>"Field workers in rural agricultural regions lack access to reliable, offline-capable, multilingual crop disease reporting tools with real-time geospatial monitoring for agricultural authorities."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651684"/>
              </p:ext>
            </p:extLst>
          </p:nvPr>
        </p:nvGraphicFramePr>
        <p:xfrm>
          <a:off x="365760" y="2212848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No offline diagnostic tools for field 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Reports are lost when connectivity 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Language barrier — apps are English-only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Low adoption among regional farmers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Absence of real-time geospatial disease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Officers cannot detect outbreak hotspots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Synchronous, monolithic backend architectures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System bottlenecks when image batches surge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No actionable treatment guidance post-report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Farmer has no next step after submitting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532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5E20"/>
                </a:solidFill>
              </a:rPr>
              <a:t>⚠️  Root Cause: Existing solutions address problems in isolation — none combine offline capability, multilingual UI, AI inference, and real-time GIS.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Overview of current agricultural disease tools and their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5E20"/>
                </a:solidFill>
              </a:rPr>
              <a:t>Current solutions are fragmented — each addresses one problem, none provide an integrated, offline, multilingual, AI-powered workflow.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64208"/>
          <a:ext cx="11430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Existing System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Offline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Multilingual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AI / ML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GIS Dashboard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Real-Time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PlantVillage Web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Basic CNN (hosted)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Commercial AgriTech Android Apps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Partial (cached)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English only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Cloud inference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General Farmer-Help Web Portals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Simple pins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Standalone GIS Disease Trackers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✖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407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❌  Key Drawbacks of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❌  Require continuous internet — unusable in rural zones without connectivity.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❌  English-only interface — excludes the majority of Indian farmers.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❌  No end-to-end AI pipeline from field capture to treatment recommendation.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❌  No real-time spatial analytics for agricultural officers.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❌  Monolithic architecture — not scalable during disease outbreaks.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Proposed System — AgriSentinel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Unified offline-first · multilingual · AI-powered · real-time GIS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07008"/>
          <a:ext cx="11430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React.js + Vite + 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Offline-first PWA with multilingual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Offline Storage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IndexedDB + Service Worker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Store images &amp; reports without internet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Node.js + Express.js + MongoDB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Report management, auth, data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Auth &amp; Access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JWT + Role-Based Access Control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Secure Farmer / Officer / Admin access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ML Micro-Service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Python + FastAPI + PyTorch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Async image-based disease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Real-Time Layer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Socket.IO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Live dashboard updates on new reports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GIS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Leaflet / MapLibre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</a:rPr>
                        <a:t>Disease map, heatmap, filters,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4074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🔁  System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800600"/>
            <a:ext cx="11430000" cy="65836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5E20"/>
                </a:solidFill>
              </a:rPr>
              <a:t>Field Worker → PWA (React)  →  [Offline? → IndexedDB]  →  [Online Sync]  →  Node.js + Express API  →  MongoDB  →  [BullMQ Queue]  →  FastAPI ML Micro-Service  →  Disease Label + Confidence  →  Treatment Recommendation (i18n)  →  Socket.IO  →  GIS Officer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321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B5E20"/>
                </a:solidFill>
              </a:rPr>
              <a:t>✅ Fully offline-capable with auto-sync     ✅ Multilingual runtime switching (EN / TA / HI)     ✅ Async AI inference — no API timeout     ✅ Real-time GIS heatmap     ✅ Modular — ML service updated independently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Seven clear, measurable technical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1430000" cy="5943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B5E20"/>
                </a:solidFill>
              </a:rPr>
              <a:t>Primary Objective: To design and develop a full-stack offline-first multilingual AI-assisted platform for accurate crop disease reporting, prediction, and real-time geospatial decision support.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990539"/>
              </p:ext>
            </p:extLst>
          </p:nvPr>
        </p:nvGraphicFramePr>
        <p:xfrm>
          <a:off x="365760" y="1920240"/>
          <a:ext cx="11430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8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SNO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Build an offline-first PWA using React.js with image capture, GPS tagging, and IndexedDB storage.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Implement multilingual UI with runtime language switching — English, Tamil, Hindi.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Develop a REST API backend with JWT authentication and role-based access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Design a Python FastAPI ML micro-service with a fine-tuned PyTorch model for disease classification.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Implement an asynchronous processing pipeline using a job queue (BullMQ) for non-blocking inference.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Build a real-time GIS dashboard with Leaflet/MapLibre, heatmaps, and analytical filters.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O7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Provide localized treatment recommendations from a structured agricultural knowledge base.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Defining the boundaries of the academic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704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✅  In Scope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72768"/>
          <a:ext cx="56235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Offline image capture &amp;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Full PWA with IndexedDB &amp; background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Multilingual UI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English, Tamil, Hindi (3 languages)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AI disease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PlantVillage fine-tuned ResNet-50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GPS-tagged reporting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Lat/Lon stored with every report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Real-time GIS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Map, heatmap, filters,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Role-based access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Farmer · Officer · Admin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Treatment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Static knowledge base, language-mapped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Async ML pipeline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BullMQ queue + FastAPI worker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1704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</a:rPr>
              <a:t>❌  Out of Scope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572768"/>
          <a:ext cx="56235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Excluded Feature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Clinical-grade / certified 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Academic prototype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Government API integration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Not a government deployment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Real-time satellite imagery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Costly third-party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&gt; 10,000 concurrent users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Beyond mini-project scale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Native iOS / Android builds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PWA provides equivalent functionality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6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Automated model retraining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</a:rPr>
                        <a:t>Static model for prototype phase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5504688"/>
            <a:ext cx="11612880" cy="5943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5550408"/>
            <a:ext cx="113842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⚠️  AgriSentinel is an academic prototype. AI output is AI-assisted prediction, not authoritative agricultural diagnosis. Farmers should verify with certified extension officers.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Research foundations validating AgriSentinel's 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489817"/>
              </p:ext>
            </p:extLst>
          </p:nvPr>
        </p:nvGraphicFramePr>
        <p:xfrm>
          <a:off x="274320" y="1170432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SNO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Research Topic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Author(s)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Our Extension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A1A1A"/>
                          </a:solidFill>
                        </a:rPr>
                        <a:t>Deep Learning for
Plant Disease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K. Ferentinos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&gt;90% accuracy on 38
disease classes (CNN)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We wrap inference in
FastAPI micro-service
for mobile PWA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CNN Transfer Learning
for Disease Classification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Mohanty, Hughes,
Salathé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2016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99% top-1 accuracy
on controlled leaf images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We capture real-world
field images via phone
with augmentation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PlantDoc: Mobile
Disease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S. Barbedo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85% accuracy on
noisy field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Multilingual PWA with
IndexedDB — no native
Android build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Offline-First PWAs
for Field Data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J.G.S. Silva et al.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Reliable data capture
without connectivity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We extend to store
crop images + GPS
metadata offline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GIS-Based Crop
Disease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Y. Zhang, L. Wang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Hotspot detection
improves intervention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Farmer-reported GPS
points for fine-grained
real-time hotspots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Multilingual Tools
for Smallholder Farmers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R. Kumar, N. Patel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Higher adoption with
regional language UI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Runtime language
switching across
3 Indian languages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L7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Async Microservice
for AI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M. Liu, J.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</a:rPr>
                        <a:t>3× throughput over
synchronous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A1A1A"/>
                          </a:solidFill>
                        </a:rPr>
                        <a:t>Applied to plant disease
inference pipeline
with </a:t>
                      </a:r>
                      <a:r>
                        <a:rPr sz="1050" b="0" dirty="0" err="1">
                          <a:solidFill>
                            <a:srgbClr val="1A1A1A"/>
                          </a:solidFill>
                        </a:rPr>
                        <a:t>BullMQ</a:t>
                      </a:r>
                      <a:endParaRPr sz="1050" b="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6126480"/>
            <a:ext cx="11612880" cy="4754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1384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5E20"/>
                </a:solidFill>
              </a:rPr>
              <a:t>📌  Research Gap: No existing study combines offline-first PWA + multilingual UI + async AI micro-service + GPS geospatial mapping + real-time officer dashboard in one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— Review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</a:rPr>
              <a:t>What we presented and where we go 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384112"/>
              </p:ext>
            </p:extLst>
          </p:nvPr>
        </p:nvGraphicFramePr>
        <p:xfrm>
          <a:off x="274320" y="1526983"/>
          <a:ext cx="116128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Takeaway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Farmers lack offline, multilingual, AI-assisted disease reporting tools.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Existing Systems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Current solutions are fragmented — none are integrated, offline, and multilingual.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Proposed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AgriSentinel unifies offline PWA, multilingual UI, AI inference, and real-time GIS.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Objectives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7 clear, measurable technical objectives covering all system layers.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1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Focused, student-feasible prototype with well-defined boundaries.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</a:rPr>
                        <a:t>Literature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A1A1A"/>
                          </a:solidFill>
                        </a:rPr>
                        <a:t>7 research areas validate every major technical decision in this project.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4558727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B5E20"/>
                </a:solidFill>
              </a:rPr>
              <a:t>🚀  Novelty — What Makes This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81311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1B5E20"/>
                </a:solidFill>
              </a:rPr>
              <a:t>🔁  Offline-first with auto-sync  |  🌐  Runtime multilingual UI  |  🤖  Async AI micro-service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1B5E20"/>
                </a:solidFill>
              </a:rPr>
              <a:t>📍  GPS geospatial intelligence  |  📡  Real-time Socket.IO dashboard  |  🧩  Modular MERN + Python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0021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</a:rPr>
              <a:t>"AgriSentinel bridges the gap between field workers and agricultural decision makers — offline, multilingual, AI-powered, and real-time."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1590</Words>
  <Application>Microsoft Office PowerPoint</Application>
  <PresentationFormat>Custom</PresentationFormat>
  <Paragraphs>265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huzaifa</cp:lastModifiedBy>
  <cp:revision>1</cp:revision>
  <dcterms:created xsi:type="dcterms:W3CDTF">2013-01-27T09:14:16Z</dcterms:created>
  <dcterms:modified xsi:type="dcterms:W3CDTF">2026-09-07T17:12:42Z</dcterms:modified>
  <cp:category/>
</cp:coreProperties>
</file>